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2"/>
  </p:notesMasterIdLst>
  <p:sldIdLst>
    <p:sldId id="256" r:id="rId2"/>
    <p:sldId id="257" r:id="rId3"/>
    <p:sldId id="338" r:id="rId4"/>
    <p:sldId id="318" r:id="rId5"/>
    <p:sldId id="319" r:id="rId6"/>
    <p:sldId id="331" r:id="rId7"/>
    <p:sldId id="339" r:id="rId8"/>
    <p:sldId id="351" r:id="rId9"/>
    <p:sldId id="316" r:id="rId10"/>
    <p:sldId id="317" r:id="rId11"/>
    <p:sldId id="320" r:id="rId12"/>
    <p:sldId id="324" r:id="rId13"/>
    <p:sldId id="325" r:id="rId14"/>
    <p:sldId id="258" r:id="rId15"/>
    <p:sldId id="259" r:id="rId16"/>
    <p:sldId id="282" r:id="rId17"/>
    <p:sldId id="322" r:id="rId18"/>
    <p:sldId id="323" r:id="rId19"/>
    <p:sldId id="261" r:id="rId20"/>
    <p:sldId id="321" r:id="rId21"/>
    <p:sldId id="262" r:id="rId22"/>
    <p:sldId id="263" r:id="rId23"/>
    <p:sldId id="265" r:id="rId24"/>
    <p:sldId id="266" r:id="rId25"/>
    <p:sldId id="267" r:id="rId26"/>
    <p:sldId id="326" r:id="rId27"/>
    <p:sldId id="328" r:id="rId28"/>
    <p:sldId id="327" r:id="rId29"/>
    <p:sldId id="268" r:id="rId30"/>
    <p:sldId id="269" r:id="rId31"/>
    <p:sldId id="348" r:id="rId32"/>
    <p:sldId id="270" r:id="rId33"/>
    <p:sldId id="336" r:id="rId34"/>
    <p:sldId id="333" r:id="rId35"/>
    <p:sldId id="315" r:id="rId36"/>
    <p:sldId id="349" r:id="rId37"/>
    <p:sldId id="335" r:id="rId38"/>
    <p:sldId id="340" r:id="rId39"/>
    <p:sldId id="341" r:id="rId40"/>
    <p:sldId id="343" r:id="rId41"/>
    <p:sldId id="344" r:id="rId42"/>
    <p:sldId id="345" r:id="rId43"/>
    <p:sldId id="346" r:id="rId44"/>
    <p:sldId id="347" r:id="rId45"/>
    <p:sldId id="271" r:id="rId46"/>
    <p:sldId id="337" r:id="rId47"/>
    <p:sldId id="272" r:id="rId48"/>
    <p:sldId id="274" r:id="rId49"/>
    <p:sldId id="350" r:id="rId50"/>
    <p:sldId id="281" r:id="rId5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gyBtEaEdv8GrUUDWit/IstDv7vU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E30CB41-2C66-708E-4375-360D66D35030}" name="SHAR Lwin Khin" initials="" userId="S::lkshar@smu.edu.sg::33cb3c8a-ae33-4f55-be34-306cbe5b6d67" providerId="AD"/>
  <p188:author id="{BCFB2CDA-6665-FE42-4FB8-4BD22A873E77}" name="THIANG Lay Foo" initials="TF" userId="S::lfthiang@smu.edu.sg::f66ddd3b-8fd8-4b00-a4df-dc833c3567c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F0F82D-6D60-A646-AA80-15AD8DED609A}" v="10" dt="2026-08-13T03:28:53.394"/>
    <p1510:client id="{F44F914E-59F3-464F-9BD1-AC30AFB098EF}" v="56" dt="2026-08-13T07:04:00.2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834"/>
    <p:restoredTop sz="94665"/>
  </p:normalViewPr>
  <p:slideViewPr>
    <p:cSldViewPr snapToGrid="0">
      <p:cViewPr varScale="1">
        <p:scale>
          <a:sx n="120" d="100"/>
          <a:sy n="120" d="100"/>
        </p:scale>
        <p:origin x="176" y="17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customschemas.google.com/relationships/presentationmetadata" Target="metadata"/><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yong Jin SHIM" userId="S::kjshim@smu.edu.sg::4766fa2b-5177-41df-8692-66650695a1d3" providerId="AD" clId="Web-{E2F0F82D-6D60-A646-AA80-15AD8DED609A}"/>
    <pc:docChg chg="modSld">
      <pc:chgData name="Kyong Jin SHIM" userId="S::kjshim@smu.edu.sg::4766fa2b-5177-41df-8692-66650695a1d3" providerId="AD" clId="Web-{E2F0F82D-6D60-A646-AA80-15AD8DED609A}" dt="2026-08-13T03:28:53.394" v="9" actId="1076"/>
      <pc:docMkLst>
        <pc:docMk/>
      </pc:docMkLst>
      <pc:sldChg chg="modSp">
        <pc:chgData name="Kyong Jin SHIM" userId="S::kjshim@smu.edu.sg::4766fa2b-5177-41df-8692-66650695a1d3" providerId="AD" clId="Web-{E2F0F82D-6D60-A646-AA80-15AD8DED609A}" dt="2026-08-13T03:28:53.394" v="9" actId="1076"/>
        <pc:sldMkLst>
          <pc:docMk/>
          <pc:sldMk cId="0" sldId="271"/>
        </pc:sldMkLst>
        <pc:spChg chg="mod">
          <ac:chgData name="Kyong Jin SHIM" userId="S::kjshim@smu.edu.sg::4766fa2b-5177-41df-8692-66650695a1d3" providerId="AD" clId="Web-{E2F0F82D-6D60-A646-AA80-15AD8DED609A}" dt="2026-08-13T03:28:53.394" v="9" actId="1076"/>
          <ac:spMkLst>
            <pc:docMk/>
            <pc:sldMk cId="0" sldId="271"/>
            <ac:spMk id="3" creationId="{873D939C-123F-AF42-98E8-AE60867636D5}"/>
          </ac:spMkLst>
        </pc:spChg>
        <pc:spChg chg="mod">
          <ac:chgData name="Kyong Jin SHIM" userId="S::kjshim@smu.edu.sg::4766fa2b-5177-41df-8692-66650695a1d3" providerId="AD" clId="Web-{E2F0F82D-6D60-A646-AA80-15AD8DED609A}" dt="2026-08-13T03:28:53.113" v="5" actId="1076"/>
          <ac:spMkLst>
            <pc:docMk/>
            <pc:sldMk cId="0" sldId="271"/>
            <ac:spMk id="171" creationId="{00000000-0000-0000-0000-000000000000}"/>
          </ac:spMkLst>
        </pc:spChg>
        <pc:spChg chg="mod">
          <ac:chgData name="Kyong Jin SHIM" userId="S::kjshim@smu.edu.sg::4766fa2b-5177-41df-8692-66650695a1d3" providerId="AD" clId="Web-{E2F0F82D-6D60-A646-AA80-15AD8DED609A}" dt="2026-08-13T03:28:53.254" v="6" actId="1076"/>
          <ac:spMkLst>
            <pc:docMk/>
            <pc:sldMk cId="0" sldId="271"/>
            <ac:spMk id="172" creationId="{00000000-0000-0000-0000-000000000000}"/>
          </ac:spMkLst>
        </pc:spChg>
        <pc:picChg chg="mod">
          <ac:chgData name="Kyong Jin SHIM" userId="S::kjshim@smu.edu.sg::4766fa2b-5177-41df-8692-66650695a1d3" providerId="AD" clId="Web-{E2F0F82D-6D60-A646-AA80-15AD8DED609A}" dt="2026-08-13T03:28:53.363" v="7" actId="1076"/>
          <ac:picMkLst>
            <pc:docMk/>
            <pc:sldMk cId="0" sldId="271"/>
            <ac:picMk id="7" creationId="{B6A14C23-3E98-D4D3-7952-7AF34A102B46}"/>
          </ac:picMkLst>
        </pc:picChg>
        <pc:cxnChg chg="mod">
          <ac:chgData name="Kyong Jin SHIM" userId="S::kjshim@smu.edu.sg::4766fa2b-5177-41df-8692-66650695a1d3" providerId="AD" clId="Web-{E2F0F82D-6D60-A646-AA80-15AD8DED609A}" dt="2026-08-13T03:28:53.363" v="8" actId="1076"/>
          <ac:cxnSpMkLst>
            <pc:docMk/>
            <pc:sldMk cId="0" sldId="271"/>
            <ac:cxnSpMk id="9" creationId="{4F110318-6C73-C86B-5AE9-A76B619EF729}"/>
          </ac:cxnSpMkLst>
        </pc:cxnChg>
      </pc:sldChg>
    </pc:docChg>
  </pc:docChgLst>
  <pc:docChgLst>
    <pc:chgData name="SHAR Lwin Khin" userId="S::lkshar@smu.edu.sg::33cb3c8a-ae33-4f55-be34-306cbe5b6d67" providerId="AD" clId="Web-{7D2C793D-8544-54DD-88EF-E64CF5F16057}"/>
    <pc:docChg chg="modSld">
      <pc:chgData name="SHAR Lwin Khin" userId="S::lkshar@smu.edu.sg::33cb3c8a-ae33-4f55-be34-306cbe5b6d67" providerId="AD" clId="Web-{7D2C793D-8544-54DD-88EF-E64CF5F16057}" dt="2026-08-01T05:15:46.914" v="76" actId="20577"/>
      <pc:docMkLst>
        <pc:docMk/>
      </pc:docMkLst>
      <pc:sldChg chg="modSp">
        <pc:chgData name="SHAR Lwin Khin" userId="S::lkshar@smu.edu.sg::33cb3c8a-ae33-4f55-be34-306cbe5b6d67" providerId="AD" clId="Web-{7D2C793D-8544-54DD-88EF-E64CF5F16057}" dt="2026-08-01T05:12:58.973" v="33" actId="20577"/>
        <pc:sldMkLst>
          <pc:docMk/>
          <pc:sldMk cId="0" sldId="257"/>
        </pc:sldMkLst>
        <pc:spChg chg="mod">
          <ac:chgData name="SHAR Lwin Khin" userId="S::lkshar@smu.edu.sg::33cb3c8a-ae33-4f55-be34-306cbe5b6d67" providerId="AD" clId="Web-{7D2C793D-8544-54DD-88EF-E64CF5F16057}" dt="2026-08-01T05:12:58.973" v="33" actId="20577"/>
          <ac:spMkLst>
            <pc:docMk/>
            <pc:sldMk cId="0" sldId="257"/>
            <ac:spMk id="70" creationId="{00000000-0000-0000-0000-000000000000}"/>
          </ac:spMkLst>
        </pc:spChg>
      </pc:sldChg>
      <pc:sldChg chg="modSp">
        <pc:chgData name="SHAR Lwin Khin" userId="S::lkshar@smu.edu.sg::33cb3c8a-ae33-4f55-be34-306cbe5b6d67" providerId="AD" clId="Web-{7D2C793D-8544-54DD-88EF-E64CF5F16057}" dt="2026-08-01T05:15:23.679" v="71" actId="20577"/>
        <pc:sldMkLst>
          <pc:docMk/>
          <pc:sldMk cId="0" sldId="274"/>
        </pc:sldMkLst>
        <pc:spChg chg="mod">
          <ac:chgData name="SHAR Lwin Khin" userId="S::lkshar@smu.edu.sg::33cb3c8a-ae33-4f55-be34-306cbe5b6d67" providerId="AD" clId="Web-{7D2C793D-8544-54DD-88EF-E64CF5F16057}" dt="2026-08-01T05:15:23.679" v="71" actId="20577"/>
          <ac:spMkLst>
            <pc:docMk/>
            <pc:sldMk cId="0" sldId="274"/>
            <ac:spMk id="192" creationId="{00000000-0000-0000-0000-000000000000}"/>
          </ac:spMkLst>
        </pc:spChg>
      </pc:sldChg>
      <pc:sldChg chg="modSp">
        <pc:chgData name="SHAR Lwin Khin" userId="S::lkshar@smu.edu.sg::33cb3c8a-ae33-4f55-be34-306cbe5b6d67" providerId="AD" clId="Web-{7D2C793D-8544-54DD-88EF-E64CF5F16057}" dt="2026-08-01T05:15:41.602" v="74" actId="20577"/>
        <pc:sldMkLst>
          <pc:docMk/>
          <pc:sldMk cId="1246049485" sldId="343"/>
        </pc:sldMkLst>
        <pc:spChg chg="mod">
          <ac:chgData name="SHAR Lwin Khin" userId="S::lkshar@smu.edu.sg::33cb3c8a-ae33-4f55-be34-306cbe5b6d67" providerId="AD" clId="Web-{7D2C793D-8544-54DD-88EF-E64CF5F16057}" dt="2026-08-01T05:15:41.602" v="74" actId="20577"/>
          <ac:spMkLst>
            <pc:docMk/>
            <pc:sldMk cId="1246049485" sldId="343"/>
            <ac:spMk id="165" creationId="{2B867BA2-1998-65F7-CC45-1C3CA94B8392}"/>
          </ac:spMkLst>
        </pc:spChg>
      </pc:sldChg>
      <pc:sldChg chg="modSp">
        <pc:chgData name="SHAR Lwin Khin" userId="S::lkshar@smu.edu.sg::33cb3c8a-ae33-4f55-be34-306cbe5b6d67" providerId="AD" clId="Web-{7D2C793D-8544-54DD-88EF-E64CF5F16057}" dt="2026-08-01T05:15:46.914" v="76" actId="20577"/>
        <pc:sldMkLst>
          <pc:docMk/>
          <pc:sldMk cId="4162697773" sldId="344"/>
        </pc:sldMkLst>
        <pc:spChg chg="mod">
          <ac:chgData name="SHAR Lwin Khin" userId="S::lkshar@smu.edu.sg::33cb3c8a-ae33-4f55-be34-306cbe5b6d67" providerId="AD" clId="Web-{7D2C793D-8544-54DD-88EF-E64CF5F16057}" dt="2026-08-01T05:15:46.914" v="76" actId="20577"/>
          <ac:spMkLst>
            <pc:docMk/>
            <pc:sldMk cId="4162697773" sldId="344"/>
            <ac:spMk id="165" creationId="{D1D9B55A-FEC7-B571-857E-C6477370F7D7}"/>
          </ac:spMkLst>
        </pc:spChg>
      </pc:sldChg>
    </pc:docChg>
  </pc:docChgLst>
  <pc:docChgLst>
    <pc:chgData name="THIANG Lay Foo" userId="S::lfthiang@smu.edu.sg::f66ddd3b-8fd8-4b00-a4df-dc833c3567cb" providerId="AD" clId="Web-{438D908C-450B-88FB-F2AB-4C52AB5B9C41}"/>
    <pc:docChg chg="modSld">
      <pc:chgData name="THIANG Lay Foo" userId="S::lfthiang@smu.edu.sg::f66ddd3b-8fd8-4b00-a4df-dc833c3567cb" providerId="AD" clId="Web-{438D908C-450B-88FB-F2AB-4C52AB5B9C41}" dt="2026-07-20T02:17:24.346" v="11" actId="20577"/>
      <pc:docMkLst>
        <pc:docMk/>
      </pc:docMkLst>
      <pc:sldChg chg="modSp">
        <pc:chgData name="THIANG Lay Foo" userId="S::lfthiang@smu.edu.sg::f66ddd3b-8fd8-4b00-a4df-dc833c3567cb" providerId="AD" clId="Web-{438D908C-450B-88FB-F2AB-4C52AB5B9C41}" dt="2026-07-20T02:17:11.189" v="10" actId="20577"/>
        <pc:sldMkLst>
          <pc:docMk/>
          <pc:sldMk cId="3215776505" sldId="320"/>
        </pc:sldMkLst>
        <pc:spChg chg="mod">
          <ac:chgData name="THIANG Lay Foo" userId="S::lfthiang@smu.edu.sg::f66ddd3b-8fd8-4b00-a4df-dc833c3567cb" providerId="AD" clId="Web-{438D908C-450B-88FB-F2AB-4C52AB5B9C41}" dt="2026-07-20T02:17:11.189" v="10" actId="20577"/>
          <ac:spMkLst>
            <pc:docMk/>
            <pc:sldMk cId="3215776505" sldId="320"/>
            <ac:spMk id="233" creationId="{98C879CD-2332-0188-7544-44029A8E1925}"/>
          </ac:spMkLst>
        </pc:spChg>
      </pc:sldChg>
      <pc:sldChg chg="modSp">
        <pc:chgData name="THIANG Lay Foo" userId="S::lfthiang@smu.edu.sg::f66ddd3b-8fd8-4b00-a4df-dc833c3567cb" providerId="AD" clId="Web-{438D908C-450B-88FB-F2AB-4C52AB5B9C41}" dt="2026-07-20T02:17:24.346" v="11" actId="20577"/>
        <pc:sldMkLst>
          <pc:docMk/>
          <pc:sldMk cId="87792881" sldId="324"/>
        </pc:sldMkLst>
        <pc:spChg chg="mod">
          <ac:chgData name="THIANG Lay Foo" userId="S::lfthiang@smu.edu.sg::f66ddd3b-8fd8-4b00-a4df-dc833c3567cb" providerId="AD" clId="Web-{438D908C-450B-88FB-F2AB-4C52AB5B9C41}" dt="2026-07-20T02:17:24.346" v="11" actId="20577"/>
          <ac:spMkLst>
            <pc:docMk/>
            <pc:sldMk cId="87792881" sldId="324"/>
            <ac:spMk id="233" creationId="{4B725ABE-EA92-CDA9-B37F-7E336EEF019C}"/>
          </ac:spMkLst>
        </pc:spChg>
      </pc:sldChg>
    </pc:docChg>
  </pc:docChgLst>
  <pc:docChgLst>
    <pc:chgData name="SHAR Lwin Khin" userId="S::lkshar@smu.edu.sg::33cb3c8a-ae33-4f55-be34-306cbe5b6d67" providerId="AD" clId="Web-{824B0090-4F1A-2D0C-296C-A157957B7193}"/>
    <pc:docChg chg="addSld modSld">
      <pc:chgData name="SHAR Lwin Khin" userId="S::lkshar@smu.edu.sg::33cb3c8a-ae33-4f55-be34-306cbe5b6d67" providerId="AD" clId="Web-{824B0090-4F1A-2D0C-296C-A157957B7193}" dt="2026-08-02T04:58:56.684" v="287" actId="20577"/>
      <pc:docMkLst>
        <pc:docMk/>
      </pc:docMkLst>
      <pc:sldChg chg="addSp modSp add replId">
        <pc:chgData name="SHAR Lwin Khin" userId="S::lkshar@smu.edu.sg::33cb3c8a-ae33-4f55-be34-306cbe5b6d67" providerId="AD" clId="Web-{824B0090-4F1A-2D0C-296C-A157957B7193}" dt="2026-08-02T04:58:56.684" v="287" actId="20577"/>
        <pc:sldMkLst>
          <pc:docMk/>
          <pc:sldMk cId="759453022" sldId="345"/>
        </pc:sldMkLst>
        <pc:spChg chg="add mod">
          <ac:chgData name="SHAR Lwin Khin" userId="S::lkshar@smu.edu.sg::33cb3c8a-ae33-4f55-be34-306cbe5b6d67" providerId="AD" clId="Web-{824B0090-4F1A-2D0C-296C-A157957B7193}" dt="2026-08-02T04:58:54.137" v="286" actId="20577"/>
          <ac:spMkLst>
            <pc:docMk/>
            <pc:sldMk cId="759453022" sldId="345"/>
            <ac:spMk id="3" creationId="{A4E0A5C7-8341-C016-7F20-C3F24F98CE47}"/>
          </ac:spMkLst>
        </pc:spChg>
        <pc:spChg chg="mod">
          <ac:chgData name="SHAR Lwin Khin" userId="S::lkshar@smu.edu.sg::33cb3c8a-ae33-4f55-be34-306cbe5b6d67" providerId="AD" clId="Web-{824B0090-4F1A-2D0C-296C-A157957B7193}" dt="2026-08-02T04:51:11.589" v="124" actId="20577"/>
          <ac:spMkLst>
            <pc:docMk/>
            <pc:sldMk cId="759453022" sldId="345"/>
            <ac:spMk id="163" creationId="{FB4F1135-2217-975E-E9BB-7BE807432BB0}"/>
          </ac:spMkLst>
        </pc:spChg>
        <pc:spChg chg="mod">
          <ac:chgData name="SHAR Lwin Khin" userId="S::lkshar@smu.edu.sg::33cb3c8a-ae33-4f55-be34-306cbe5b6d67" providerId="AD" clId="Web-{824B0090-4F1A-2D0C-296C-A157957B7193}" dt="2026-08-02T04:58:56.684" v="287" actId="20577"/>
          <ac:spMkLst>
            <pc:docMk/>
            <pc:sldMk cId="759453022" sldId="345"/>
            <ac:spMk id="164" creationId="{E8172015-BA96-F47E-0A1A-E7F2BCB783D6}"/>
          </ac:spMkLst>
        </pc:spChg>
        <pc:spChg chg="mod">
          <ac:chgData name="SHAR Lwin Khin" userId="S::lkshar@smu.edu.sg::33cb3c8a-ae33-4f55-be34-306cbe5b6d67" providerId="AD" clId="Web-{824B0090-4F1A-2D0C-296C-A157957B7193}" dt="2026-08-02T04:56:01.522" v="216" actId="20577"/>
          <ac:spMkLst>
            <pc:docMk/>
            <pc:sldMk cId="759453022" sldId="345"/>
            <ac:spMk id="165" creationId="{5B14CEBE-3B94-355E-27E3-C80B1688CA8E}"/>
          </ac:spMkLst>
        </pc:spChg>
      </pc:sldChg>
    </pc:docChg>
  </pc:docChgLst>
  <pc:docChgLst>
    <pc:chgData name="SHAR Lwin Khin" userId="S::lkshar@smu.edu.sg::33cb3c8a-ae33-4f55-be34-306cbe5b6d67" providerId="AD" clId="Web-{ADEDDE69-CC95-8FD8-4845-9752C5235DEE}"/>
    <pc:docChg chg="modSld">
      <pc:chgData name="SHAR Lwin Khin" userId="S::lkshar@smu.edu.sg::33cb3c8a-ae33-4f55-be34-306cbe5b6d67" providerId="AD" clId="Web-{ADEDDE69-CC95-8FD8-4845-9752C5235DEE}" dt="2026-08-01T07:38:14.047" v="85" actId="20577"/>
      <pc:docMkLst>
        <pc:docMk/>
      </pc:docMkLst>
      <pc:sldChg chg="modSp">
        <pc:chgData name="SHAR Lwin Khin" userId="S::lkshar@smu.edu.sg::33cb3c8a-ae33-4f55-be34-306cbe5b6d67" providerId="AD" clId="Web-{ADEDDE69-CC95-8FD8-4845-9752C5235DEE}" dt="2026-08-01T07:34:50.554" v="36" actId="20577"/>
        <pc:sldMkLst>
          <pc:docMk/>
          <pc:sldMk cId="2635405533" sldId="340"/>
        </pc:sldMkLst>
        <pc:spChg chg="mod">
          <ac:chgData name="SHAR Lwin Khin" userId="S::lkshar@smu.edu.sg::33cb3c8a-ae33-4f55-be34-306cbe5b6d67" providerId="AD" clId="Web-{ADEDDE69-CC95-8FD8-4845-9752C5235DEE}" dt="2026-08-01T07:34:50.554" v="36" actId="20577"/>
          <ac:spMkLst>
            <pc:docMk/>
            <pc:sldMk cId="2635405533" sldId="340"/>
            <ac:spMk id="164" creationId="{933BFAD3-1713-E129-AAC9-6EDBAB778579}"/>
          </ac:spMkLst>
        </pc:spChg>
      </pc:sldChg>
      <pc:sldChg chg="modSp">
        <pc:chgData name="SHAR Lwin Khin" userId="S::lkshar@smu.edu.sg::33cb3c8a-ae33-4f55-be34-306cbe5b6d67" providerId="AD" clId="Web-{ADEDDE69-CC95-8FD8-4845-9752C5235DEE}" dt="2026-08-01T07:34:47.757" v="35" actId="20577"/>
        <pc:sldMkLst>
          <pc:docMk/>
          <pc:sldMk cId="2046436398" sldId="341"/>
        </pc:sldMkLst>
        <pc:spChg chg="mod">
          <ac:chgData name="SHAR Lwin Khin" userId="S::lkshar@smu.edu.sg::33cb3c8a-ae33-4f55-be34-306cbe5b6d67" providerId="AD" clId="Web-{ADEDDE69-CC95-8FD8-4845-9752C5235DEE}" dt="2026-08-01T07:34:47.757" v="35" actId="20577"/>
          <ac:spMkLst>
            <pc:docMk/>
            <pc:sldMk cId="2046436398" sldId="341"/>
            <ac:spMk id="164" creationId="{DB3A6680-5889-3851-5046-68C8361BF8CF}"/>
          </ac:spMkLst>
        </pc:spChg>
      </pc:sldChg>
      <pc:sldChg chg="modSp">
        <pc:chgData name="SHAR Lwin Khin" userId="S::lkshar@smu.edu.sg::33cb3c8a-ae33-4f55-be34-306cbe5b6d67" providerId="AD" clId="Web-{ADEDDE69-CC95-8FD8-4845-9752C5235DEE}" dt="2026-08-01T07:38:04.250" v="83" actId="20577"/>
        <pc:sldMkLst>
          <pc:docMk/>
          <pc:sldMk cId="1246049485" sldId="343"/>
        </pc:sldMkLst>
        <pc:spChg chg="mod">
          <ac:chgData name="SHAR Lwin Khin" userId="S::lkshar@smu.edu.sg::33cb3c8a-ae33-4f55-be34-306cbe5b6d67" providerId="AD" clId="Web-{ADEDDE69-CC95-8FD8-4845-9752C5235DEE}" dt="2026-08-01T07:35:04.367" v="47" actId="20577"/>
          <ac:spMkLst>
            <pc:docMk/>
            <pc:sldMk cId="1246049485" sldId="343"/>
            <ac:spMk id="164" creationId="{033F6A97-0DE8-12BC-64FB-4CF991BDB33C}"/>
          </ac:spMkLst>
        </pc:spChg>
        <pc:spChg chg="mod">
          <ac:chgData name="SHAR Lwin Khin" userId="S::lkshar@smu.edu.sg::33cb3c8a-ae33-4f55-be34-306cbe5b6d67" providerId="AD" clId="Web-{ADEDDE69-CC95-8FD8-4845-9752C5235DEE}" dt="2026-08-01T07:38:04.250" v="83" actId="20577"/>
          <ac:spMkLst>
            <pc:docMk/>
            <pc:sldMk cId="1246049485" sldId="343"/>
            <ac:spMk id="165" creationId="{2B867BA2-1998-65F7-CC45-1C3CA94B8392}"/>
          </ac:spMkLst>
        </pc:spChg>
      </pc:sldChg>
      <pc:sldChg chg="modSp">
        <pc:chgData name="SHAR Lwin Khin" userId="S::lkshar@smu.edu.sg::33cb3c8a-ae33-4f55-be34-306cbe5b6d67" providerId="AD" clId="Web-{ADEDDE69-CC95-8FD8-4845-9752C5235DEE}" dt="2026-08-01T07:38:14.047" v="85" actId="20577"/>
        <pc:sldMkLst>
          <pc:docMk/>
          <pc:sldMk cId="4162697773" sldId="344"/>
        </pc:sldMkLst>
        <pc:spChg chg="mod">
          <ac:chgData name="SHAR Lwin Khin" userId="S::lkshar@smu.edu.sg::33cb3c8a-ae33-4f55-be34-306cbe5b6d67" providerId="AD" clId="Web-{ADEDDE69-CC95-8FD8-4845-9752C5235DEE}" dt="2026-08-01T07:35:52.838" v="51" actId="20577"/>
          <ac:spMkLst>
            <pc:docMk/>
            <pc:sldMk cId="4162697773" sldId="344"/>
            <ac:spMk id="164" creationId="{734FAC5E-A996-6AFB-A346-8472DE669250}"/>
          </ac:spMkLst>
        </pc:spChg>
        <pc:spChg chg="mod">
          <ac:chgData name="SHAR Lwin Khin" userId="S::lkshar@smu.edu.sg::33cb3c8a-ae33-4f55-be34-306cbe5b6d67" providerId="AD" clId="Web-{ADEDDE69-CC95-8FD8-4845-9752C5235DEE}" dt="2026-08-01T07:38:14.047" v="85" actId="20577"/>
          <ac:spMkLst>
            <pc:docMk/>
            <pc:sldMk cId="4162697773" sldId="344"/>
            <ac:spMk id="165" creationId="{D1D9B55A-FEC7-B571-857E-C6477370F7D7}"/>
          </ac:spMkLst>
        </pc:spChg>
      </pc:sldChg>
    </pc:docChg>
  </pc:docChgLst>
  <pc:docChgLst>
    <pc:chgData name="SHAR Lwin Khin" userId="S::lkshar@smu.edu.sg::33cb3c8a-ae33-4f55-be34-306cbe5b6d67" providerId="AD" clId="Web-{EF0531E4-F5AD-381D-DA4A-354E738F84B1}"/>
    <pc:docChg chg="addSld delSld modSld">
      <pc:chgData name="SHAR Lwin Khin" userId="S::lkshar@smu.edu.sg::33cb3c8a-ae33-4f55-be34-306cbe5b6d67" providerId="AD" clId="Web-{EF0531E4-F5AD-381D-DA4A-354E738F84B1}" dt="2026-08-01T05:10:38.424" v="72" actId="20577"/>
      <pc:docMkLst>
        <pc:docMk/>
      </pc:docMkLst>
      <pc:sldChg chg="modSp">
        <pc:chgData name="SHAR Lwin Khin" userId="S::lkshar@smu.edu.sg::33cb3c8a-ae33-4f55-be34-306cbe5b6d67" providerId="AD" clId="Web-{EF0531E4-F5AD-381D-DA4A-354E738F84B1}" dt="2026-08-01T05:10:38.424" v="72" actId="20577"/>
        <pc:sldMkLst>
          <pc:docMk/>
          <pc:sldMk cId="0" sldId="272"/>
        </pc:sldMkLst>
        <pc:spChg chg="mod">
          <ac:chgData name="SHAR Lwin Khin" userId="S::lkshar@smu.edu.sg::33cb3c8a-ae33-4f55-be34-306cbe5b6d67" providerId="AD" clId="Web-{EF0531E4-F5AD-381D-DA4A-354E738F84B1}" dt="2026-08-01T05:10:38.424" v="72" actId="20577"/>
          <ac:spMkLst>
            <pc:docMk/>
            <pc:sldMk cId="0" sldId="272"/>
            <ac:spMk id="178" creationId="{00000000-0000-0000-0000-000000000000}"/>
          </ac:spMkLst>
        </pc:spChg>
      </pc:sldChg>
      <pc:sldChg chg="modSp">
        <pc:chgData name="SHAR Lwin Khin" userId="S::lkshar@smu.edu.sg::33cb3c8a-ae33-4f55-be34-306cbe5b6d67" providerId="AD" clId="Web-{EF0531E4-F5AD-381D-DA4A-354E738F84B1}" dt="2026-08-01T05:10:10.095" v="66" actId="20577"/>
        <pc:sldMkLst>
          <pc:docMk/>
          <pc:sldMk cId="0" sldId="274"/>
        </pc:sldMkLst>
        <pc:spChg chg="mod">
          <ac:chgData name="SHAR Lwin Khin" userId="S::lkshar@smu.edu.sg::33cb3c8a-ae33-4f55-be34-306cbe5b6d67" providerId="AD" clId="Web-{EF0531E4-F5AD-381D-DA4A-354E738F84B1}" dt="2026-08-01T05:10:10.095" v="66" actId="20577"/>
          <ac:spMkLst>
            <pc:docMk/>
            <pc:sldMk cId="0" sldId="274"/>
            <ac:spMk id="192" creationId="{00000000-0000-0000-0000-000000000000}"/>
          </ac:spMkLst>
        </pc:spChg>
      </pc:sldChg>
      <pc:sldChg chg="modSp">
        <pc:chgData name="SHAR Lwin Khin" userId="S::lkshar@smu.edu.sg::33cb3c8a-ae33-4f55-be34-306cbe5b6d67" providerId="AD" clId="Web-{EF0531E4-F5AD-381D-DA4A-354E738F84B1}" dt="2026-08-01T05:09:17.749" v="62" actId="20577"/>
        <pc:sldMkLst>
          <pc:docMk/>
          <pc:sldMk cId="3541800767" sldId="333"/>
        </pc:sldMkLst>
        <pc:spChg chg="mod">
          <ac:chgData name="SHAR Lwin Khin" userId="S::lkshar@smu.edu.sg::33cb3c8a-ae33-4f55-be34-306cbe5b6d67" providerId="AD" clId="Web-{EF0531E4-F5AD-381D-DA4A-354E738F84B1}" dt="2026-08-01T05:09:17.749" v="62" actId="20577"/>
          <ac:spMkLst>
            <pc:docMk/>
            <pc:sldMk cId="3541800767" sldId="333"/>
            <ac:spMk id="164" creationId="{1B45E61F-79D6-3FC4-DA3D-3349DFCD57BA}"/>
          </ac:spMkLst>
        </pc:spChg>
      </pc:sldChg>
      <pc:sldChg chg="modSp add del replId">
        <pc:chgData name="SHAR Lwin Khin" userId="S::lkshar@smu.edu.sg::33cb3c8a-ae33-4f55-be34-306cbe5b6d67" providerId="AD" clId="Web-{EF0531E4-F5AD-381D-DA4A-354E738F84B1}" dt="2026-08-01T05:07:56.949" v="24"/>
        <pc:sldMkLst>
          <pc:docMk/>
          <pc:sldMk cId="283573667" sldId="342"/>
        </pc:sldMkLst>
      </pc:sldChg>
      <pc:sldChg chg="modSp add replId">
        <pc:chgData name="SHAR Lwin Khin" userId="S::lkshar@smu.edu.sg::33cb3c8a-ae33-4f55-be34-306cbe5b6d67" providerId="AD" clId="Web-{EF0531E4-F5AD-381D-DA4A-354E738F84B1}" dt="2026-08-01T05:08:01.043" v="29" actId="20577"/>
        <pc:sldMkLst>
          <pc:docMk/>
          <pc:sldMk cId="1246049485" sldId="343"/>
        </pc:sldMkLst>
        <pc:spChg chg="mod">
          <ac:chgData name="SHAR Lwin Khin" userId="S::lkshar@smu.edu.sg::33cb3c8a-ae33-4f55-be34-306cbe5b6d67" providerId="AD" clId="Web-{EF0531E4-F5AD-381D-DA4A-354E738F84B1}" dt="2026-08-01T05:08:01.043" v="29" actId="20577"/>
          <ac:spMkLst>
            <pc:docMk/>
            <pc:sldMk cId="1246049485" sldId="343"/>
            <ac:spMk id="163" creationId="{67227AF0-E7FD-1A00-4AC6-35A4E4E27458}"/>
          </ac:spMkLst>
        </pc:spChg>
        <pc:spChg chg="mod">
          <ac:chgData name="SHAR Lwin Khin" userId="S::lkshar@smu.edu.sg::33cb3c8a-ae33-4f55-be34-306cbe5b6d67" providerId="AD" clId="Web-{EF0531E4-F5AD-381D-DA4A-354E738F84B1}" dt="2026-08-01T05:07:45.465" v="21" actId="20577"/>
          <ac:spMkLst>
            <pc:docMk/>
            <pc:sldMk cId="1246049485" sldId="343"/>
            <ac:spMk id="164" creationId="{033F6A97-0DE8-12BC-64FB-4CF991BDB33C}"/>
          </ac:spMkLst>
        </pc:spChg>
        <pc:spChg chg="mod">
          <ac:chgData name="SHAR Lwin Khin" userId="S::lkshar@smu.edu.sg::33cb3c8a-ae33-4f55-be34-306cbe5b6d67" providerId="AD" clId="Web-{EF0531E4-F5AD-381D-DA4A-354E738F84B1}" dt="2026-08-01T05:07:51.371" v="22" actId="20577"/>
          <ac:spMkLst>
            <pc:docMk/>
            <pc:sldMk cId="1246049485" sldId="343"/>
            <ac:spMk id="165" creationId="{2B867BA2-1998-65F7-CC45-1C3CA94B8392}"/>
          </ac:spMkLst>
        </pc:spChg>
      </pc:sldChg>
      <pc:sldChg chg="add replId">
        <pc:chgData name="SHAR Lwin Khin" userId="S::lkshar@smu.edu.sg::33cb3c8a-ae33-4f55-be34-306cbe5b6d67" providerId="AD" clId="Web-{EF0531E4-F5AD-381D-DA4A-354E738F84B1}" dt="2026-08-01T05:07:56.184" v="23"/>
        <pc:sldMkLst>
          <pc:docMk/>
          <pc:sldMk cId="4162697773" sldId="344"/>
        </pc:sldMkLst>
      </pc:sldChg>
    </pc:docChg>
  </pc:docChgLst>
  <pc:docChgLst>
    <pc:chgData name="SHAR Lwin Khin" userId="33cb3c8a-ae33-4f55-be34-306cbe5b6d67" providerId="ADAL" clId="{EC909A2D-78C2-525E-811C-45F995EBE952}"/>
    <pc:docChg chg="undo custSel addSld delSld modSld">
      <pc:chgData name="SHAR Lwin Khin" userId="33cb3c8a-ae33-4f55-be34-306cbe5b6d67" providerId="ADAL" clId="{EC909A2D-78C2-525E-811C-45F995EBE952}" dt="2026-08-13T07:04:00.226" v="2016"/>
      <pc:docMkLst>
        <pc:docMk/>
      </pc:docMkLst>
      <pc:sldChg chg="modSp mod">
        <pc:chgData name="SHAR Lwin Khin" userId="33cb3c8a-ae33-4f55-be34-306cbe5b6d67" providerId="ADAL" clId="{EC909A2D-78C2-525E-811C-45F995EBE952}" dt="2026-08-13T06:56:11.713" v="1818" actId="20577"/>
        <pc:sldMkLst>
          <pc:docMk/>
          <pc:sldMk cId="0" sldId="257"/>
        </pc:sldMkLst>
        <pc:spChg chg="mod">
          <ac:chgData name="SHAR Lwin Khin" userId="33cb3c8a-ae33-4f55-be34-306cbe5b6d67" providerId="ADAL" clId="{EC909A2D-78C2-525E-811C-45F995EBE952}" dt="2026-08-13T06:56:11.713" v="1818" actId="20577"/>
          <ac:spMkLst>
            <pc:docMk/>
            <pc:sldMk cId="0" sldId="257"/>
            <ac:spMk id="70" creationId="{00000000-0000-0000-0000-000000000000}"/>
          </ac:spMkLst>
        </pc:spChg>
      </pc:sldChg>
      <pc:sldChg chg="addSp modSp mod">
        <pc:chgData name="SHAR Lwin Khin" userId="33cb3c8a-ae33-4f55-be34-306cbe5b6d67" providerId="ADAL" clId="{EC909A2D-78C2-525E-811C-45F995EBE952}" dt="2026-08-13T06:36:24.956" v="1521" actId="20577"/>
        <pc:sldMkLst>
          <pc:docMk/>
          <pc:sldMk cId="0" sldId="271"/>
        </pc:sldMkLst>
        <pc:spChg chg="add mod">
          <ac:chgData name="SHAR Lwin Khin" userId="33cb3c8a-ae33-4f55-be34-306cbe5b6d67" providerId="ADAL" clId="{EC909A2D-78C2-525E-811C-45F995EBE952}" dt="2026-08-11T05:42:39.771" v="735" actId="20577"/>
          <ac:spMkLst>
            <pc:docMk/>
            <pc:sldMk cId="0" sldId="271"/>
            <ac:spMk id="3" creationId="{873D939C-123F-AF42-98E8-AE60867636D5}"/>
          </ac:spMkLst>
        </pc:spChg>
        <pc:spChg chg="mod">
          <ac:chgData name="SHAR Lwin Khin" userId="33cb3c8a-ae33-4f55-be34-306cbe5b6d67" providerId="ADAL" clId="{EC909A2D-78C2-525E-811C-45F995EBE952}" dt="2026-08-11T05:42:55.277" v="746" actId="20577"/>
          <ac:spMkLst>
            <pc:docMk/>
            <pc:sldMk cId="0" sldId="271"/>
            <ac:spMk id="171" creationId="{00000000-0000-0000-0000-000000000000}"/>
          </ac:spMkLst>
        </pc:spChg>
        <pc:spChg chg="mod">
          <ac:chgData name="SHAR Lwin Khin" userId="33cb3c8a-ae33-4f55-be34-306cbe5b6d67" providerId="ADAL" clId="{EC909A2D-78C2-525E-811C-45F995EBE952}" dt="2026-08-13T06:36:24.956" v="1521" actId="20577"/>
          <ac:spMkLst>
            <pc:docMk/>
            <pc:sldMk cId="0" sldId="271"/>
            <ac:spMk id="172" creationId="{00000000-0000-0000-0000-000000000000}"/>
          </ac:spMkLst>
        </pc:spChg>
        <pc:picChg chg="mod">
          <ac:chgData name="SHAR Lwin Khin" userId="33cb3c8a-ae33-4f55-be34-306cbe5b6d67" providerId="ADAL" clId="{EC909A2D-78C2-525E-811C-45F995EBE952}" dt="2026-08-11T05:42:01.067" v="645" actId="1036"/>
          <ac:picMkLst>
            <pc:docMk/>
            <pc:sldMk cId="0" sldId="271"/>
            <ac:picMk id="7" creationId="{B6A14C23-3E98-D4D3-7952-7AF34A102B46}"/>
          </ac:picMkLst>
        </pc:picChg>
        <pc:cxnChg chg="mod">
          <ac:chgData name="SHAR Lwin Khin" userId="33cb3c8a-ae33-4f55-be34-306cbe5b6d67" providerId="ADAL" clId="{EC909A2D-78C2-525E-811C-45F995EBE952}" dt="2026-08-11T05:42:01.067" v="645" actId="1036"/>
          <ac:cxnSpMkLst>
            <pc:docMk/>
            <pc:sldMk cId="0" sldId="271"/>
            <ac:cxnSpMk id="9" creationId="{4F110318-6C73-C86B-5AE9-A76B619EF729}"/>
          </ac:cxnSpMkLst>
        </pc:cxnChg>
      </pc:sldChg>
      <pc:sldChg chg="modSp mod">
        <pc:chgData name="SHAR Lwin Khin" userId="33cb3c8a-ae33-4f55-be34-306cbe5b6d67" providerId="ADAL" clId="{EC909A2D-78C2-525E-811C-45F995EBE952}" dt="2026-08-11T06:32:20.184" v="1217" actId="20577"/>
        <pc:sldMkLst>
          <pc:docMk/>
          <pc:sldMk cId="0" sldId="272"/>
        </pc:sldMkLst>
        <pc:spChg chg="mod">
          <ac:chgData name="SHAR Lwin Khin" userId="33cb3c8a-ae33-4f55-be34-306cbe5b6d67" providerId="ADAL" clId="{EC909A2D-78C2-525E-811C-45F995EBE952}" dt="2026-08-11T06:32:20.184" v="1217" actId="20577"/>
          <ac:spMkLst>
            <pc:docMk/>
            <pc:sldMk cId="0" sldId="272"/>
            <ac:spMk id="178" creationId="{00000000-0000-0000-0000-000000000000}"/>
          </ac:spMkLst>
        </pc:spChg>
      </pc:sldChg>
      <pc:sldChg chg="modSp mod">
        <pc:chgData name="SHAR Lwin Khin" userId="33cb3c8a-ae33-4f55-be34-306cbe5b6d67" providerId="ADAL" clId="{EC909A2D-78C2-525E-811C-45F995EBE952}" dt="2026-08-11T06:14:34.115" v="808" actId="20577"/>
        <pc:sldMkLst>
          <pc:docMk/>
          <pc:sldMk cId="0" sldId="274"/>
        </pc:sldMkLst>
        <pc:spChg chg="mod">
          <ac:chgData name="SHAR Lwin Khin" userId="33cb3c8a-ae33-4f55-be34-306cbe5b6d67" providerId="ADAL" clId="{EC909A2D-78C2-525E-811C-45F995EBE952}" dt="2026-08-11T06:14:34.115" v="808" actId="20577"/>
          <ac:spMkLst>
            <pc:docMk/>
            <pc:sldMk cId="0" sldId="274"/>
            <ac:spMk id="192" creationId="{00000000-0000-0000-0000-000000000000}"/>
          </ac:spMkLst>
        </pc:spChg>
      </pc:sldChg>
      <pc:sldChg chg="modSp add mod">
        <pc:chgData name="SHAR Lwin Khin" userId="33cb3c8a-ae33-4f55-be34-306cbe5b6d67" providerId="ADAL" clId="{EC909A2D-78C2-525E-811C-45F995EBE952}" dt="2026-08-13T06:28:31.564" v="1414" actId="20577"/>
        <pc:sldMkLst>
          <pc:docMk/>
          <pc:sldMk cId="0" sldId="315"/>
        </pc:sldMkLst>
        <pc:spChg chg="mod">
          <ac:chgData name="SHAR Lwin Khin" userId="33cb3c8a-ae33-4f55-be34-306cbe5b6d67" providerId="ADAL" clId="{EC909A2D-78C2-525E-811C-45F995EBE952}" dt="2026-08-13T06:28:02.284" v="1409" actId="255"/>
          <ac:spMkLst>
            <pc:docMk/>
            <pc:sldMk cId="0" sldId="315"/>
            <ac:spMk id="116" creationId="{00000000-0000-0000-0000-000000000000}"/>
          </ac:spMkLst>
        </pc:spChg>
        <pc:spChg chg="mod">
          <ac:chgData name="SHAR Lwin Khin" userId="33cb3c8a-ae33-4f55-be34-306cbe5b6d67" providerId="ADAL" clId="{EC909A2D-78C2-525E-811C-45F995EBE952}" dt="2026-08-13T06:28:31.564" v="1414" actId="20577"/>
          <ac:spMkLst>
            <pc:docMk/>
            <pc:sldMk cId="0" sldId="315"/>
            <ac:spMk id="118" creationId="{00000000-0000-0000-0000-000000000000}"/>
          </ac:spMkLst>
        </pc:spChg>
      </pc:sldChg>
      <pc:sldChg chg="modSp mod">
        <pc:chgData name="SHAR Lwin Khin" userId="33cb3c8a-ae33-4f55-be34-306cbe5b6d67" providerId="ADAL" clId="{EC909A2D-78C2-525E-811C-45F995EBE952}" dt="2026-07-21T06:24:01.797" v="11" actId="20577"/>
        <pc:sldMkLst>
          <pc:docMk/>
          <pc:sldMk cId="666964801" sldId="335"/>
        </pc:sldMkLst>
        <pc:spChg chg="mod">
          <ac:chgData name="SHAR Lwin Khin" userId="33cb3c8a-ae33-4f55-be34-306cbe5b6d67" providerId="ADAL" clId="{EC909A2D-78C2-525E-811C-45F995EBE952}" dt="2026-07-21T06:24:01.797" v="11" actId="20577"/>
          <ac:spMkLst>
            <pc:docMk/>
            <pc:sldMk cId="666964801" sldId="335"/>
            <ac:spMk id="134" creationId="{CC8D4FD2-37DE-12CA-8AAA-E3223F5A5DA8}"/>
          </ac:spMkLst>
        </pc:spChg>
      </pc:sldChg>
      <pc:sldChg chg="addSp delSp modSp mod">
        <pc:chgData name="SHAR Lwin Khin" userId="33cb3c8a-ae33-4f55-be34-306cbe5b6d67" providerId="ADAL" clId="{EC909A2D-78C2-525E-811C-45F995EBE952}" dt="2026-08-13T06:38:52.579" v="1558" actId="1038"/>
        <pc:sldMkLst>
          <pc:docMk/>
          <pc:sldMk cId="731459996" sldId="337"/>
        </pc:sldMkLst>
        <pc:spChg chg="mod">
          <ac:chgData name="SHAR Lwin Khin" userId="33cb3c8a-ae33-4f55-be34-306cbe5b6d67" providerId="ADAL" clId="{EC909A2D-78C2-525E-811C-45F995EBE952}" dt="2026-08-11T05:43:02.475" v="757" actId="20577"/>
          <ac:spMkLst>
            <pc:docMk/>
            <pc:sldMk cId="731459996" sldId="337"/>
            <ac:spMk id="171" creationId="{F3E07687-23A9-01F8-FF48-C05823806F66}"/>
          </ac:spMkLst>
        </pc:spChg>
        <pc:spChg chg="mod">
          <ac:chgData name="SHAR Lwin Khin" userId="33cb3c8a-ae33-4f55-be34-306cbe5b6d67" providerId="ADAL" clId="{EC909A2D-78C2-525E-811C-45F995EBE952}" dt="2026-08-13T06:38:46.687" v="1543" actId="20577"/>
          <ac:spMkLst>
            <pc:docMk/>
            <pc:sldMk cId="731459996" sldId="337"/>
            <ac:spMk id="172" creationId="{AEB04691-1322-5F94-2E3F-C973A9BB2CB7}"/>
          </ac:spMkLst>
        </pc:spChg>
        <pc:picChg chg="del">
          <ac:chgData name="SHAR Lwin Khin" userId="33cb3c8a-ae33-4f55-be34-306cbe5b6d67" providerId="ADAL" clId="{EC909A2D-78C2-525E-811C-45F995EBE952}" dt="2026-08-13T06:35:42.316" v="1503" actId="478"/>
          <ac:picMkLst>
            <pc:docMk/>
            <pc:sldMk cId="731459996" sldId="337"/>
            <ac:picMk id="3" creationId="{19FFA4E0-8B6C-5002-1DDB-6BFC7CF4DDF1}"/>
          </ac:picMkLst>
        </pc:picChg>
        <pc:picChg chg="del">
          <ac:chgData name="SHAR Lwin Khin" userId="33cb3c8a-ae33-4f55-be34-306cbe5b6d67" providerId="ADAL" clId="{EC909A2D-78C2-525E-811C-45F995EBE952}" dt="2026-08-13T06:38:35.348" v="1535" actId="478"/>
          <ac:picMkLst>
            <pc:docMk/>
            <pc:sldMk cId="731459996" sldId="337"/>
            <ac:picMk id="4" creationId="{68830EBA-120A-004A-27A5-909561A58B1F}"/>
          </ac:picMkLst>
        </pc:picChg>
        <pc:picChg chg="add mod">
          <ac:chgData name="SHAR Lwin Khin" userId="33cb3c8a-ae33-4f55-be34-306cbe5b6d67" providerId="ADAL" clId="{EC909A2D-78C2-525E-811C-45F995EBE952}" dt="2026-08-13T06:35:50.890" v="1508" actId="1076"/>
          <ac:picMkLst>
            <pc:docMk/>
            <pc:sldMk cId="731459996" sldId="337"/>
            <ac:picMk id="5" creationId="{91415323-ADA7-A583-0F24-7D9AF7BAE7DD}"/>
          </ac:picMkLst>
        </pc:picChg>
        <pc:picChg chg="add mod">
          <ac:chgData name="SHAR Lwin Khin" userId="33cb3c8a-ae33-4f55-be34-306cbe5b6d67" providerId="ADAL" clId="{EC909A2D-78C2-525E-811C-45F995EBE952}" dt="2026-08-13T06:38:52.579" v="1558" actId="1038"/>
          <ac:picMkLst>
            <pc:docMk/>
            <pc:sldMk cId="731459996" sldId="337"/>
            <ac:picMk id="7" creationId="{ABFFF01A-AB49-7506-7598-F2BF4F3149CE}"/>
          </ac:picMkLst>
        </pc:picChg>
      </pc:sldChg>
      <pc:sldChg chg="modSp mod">
        <pc:chgData name="SHAR Lwin Khin" userId="33cb3c8a-ae33-4f55-be34-306cbe5b6d67" providerId="ADAL" clId="{EC909A2D-78C2-525E-811C-45F995EBE952}" dt="2026-08-11T06:12:45.653" v="782" actId="114"/>
        <pc:sldMkLst>
          <pc:docMk/>
          <pc:sldMk cId="2046436398" sldId="341"/>
        </pc:sldMkLst>
        <pc:spChg chg="mod">
          <ac:chgData name="SHAR Lwin Khin" userId="33cb3c8a-ae33-4f55-be34-306cbe5b6d67" providerId="ADAL" clId="{EC909A2D-78C2-525E-811C-45F995EBE952}" dt="2026-08-11T06:12:45.653" v="782" actId="114"/>
          <ac:spMkLst>
            <pc:docMk/>
            <pc:sldMk cId="2046436398" sldId="341"/>
            <ac:spMk id="165" creationId="{6330BC0B-5BBB-7A57-C2CA-6612AAFA0908}"/>
          </ac:spMkLst>
        </pc:spChg>
      </pc:sldChg>
      <pc:sldChg chg="modSp mod">
        <pc:chgData name="SHAR Lwin Khin" userId="33cb3c8a-ae33-4f55-be34-306cbe5b6d67" providerId="ADAL" clId="{EC909A2D-78C2-525E-811C-45F995EBE952}" dt="2026-08-11T04:46:40.986" v="17" actId="20577"/>
        <pc:sldMkLst>
          <pc:docMk/>
          <pc:sldMk cId="759453022" sldId="345"/>
        </pc:sldMkLst>
        <pc:spChg chg="mod">
          <ac:chgData name="SHAR Lwin Khin" userId="33cb3c8a-ae33-4f55-be34-306cbe5b6d67" providerId="ADAL" clId="{EC909A2D-78C2-525E-811C-45F995EBE952}" dt="2026-08-11T04:46:40.986" v="17" actId="20577"/>
          <ac:spMkLst>
            <pc:docMk/>
            <pc:sldMk cId="759453022" sldId="345"/>
            <ac:spMk id="3" creationId="{A4E0A5C7-8341-C016-7F20-C3F24F98CE47}"/>
          </ac:spMkLst>
        </pc:spChg>
      </pc:sldChg>
      <pc:sldChg chg="addSp delSp modSp add mod">
        <pc:chgData name="SHAR Lwin Khin" userId="33cb3c8a-ae33-4f55-be34-306cbe5b6d67" providerId="ADAL" clId="{EC909A2D-78C2-525E-811C-45F995EBE952}" dt="2026-08-13T06:33:07.938" v="1492" actId="1076"/>
        <pc:sldMkLst>
          <pc:docMk/>
          <pc:sldMk cId="320530904" sldId="346"/>
        </pc:sldMkLst>
        <pc:spChg chg="mod">
          <ac:chgData name="SHAR Lwin Khin" userId="33cb3c8a-ae33-4f55-be34-306cbe5b6d67" providerId="ADAL" clId="{EC909A2D-78C2-525E-811C-45F995EBE952}" dt="2026-08-11T06:10:57.603" v="765" actId="20577"/>
          <ac:spMkLst>
            <pc:docMk/>
            <pc:sldMk cId="320530904" sldId="346"/>
            <ac:spMk id="171" creationId="{CC00C7C7-E3F2-A387-9526-1830671D4A62}"/>
          </ac:spMkLst>
        </pc:spChg>
        <pc:spChg chg="mod">
          <ac:chgData name="SHAR Lwin Khin" userId="33cb3c8a-ae33-4f55-be34-306cbe5b6d67" providerId="ADAL" clId="{EC909A2D-78C2-525E-811C-45F995EBE952}" dt="2026-08-13T06:31:08.660" v="1480" actId="20577"/>
          <ac:spMkLst>
            <pc:docMk/>
            <pc:sldMk cId="320530904" sldId="346"/>
            <ac:spMk id="172" creationId="{154FA78E-6649-6473-BD32-ABB3B51F3172}"/>
          </ac:spMkLst>
        </pc:spChg>
        <pc:picChg chg="add mod">
          <ac:chgData name="SHAR Lwin Khin" userId="33cb3c8a-ae33-4f55-be34-306cbe5b6d67" providerId="ADAL" clId="{EC909A2D-78C2-525E-811C-45F995EBE952}" dt="2026-08-13T06:33:02.025" v="1487" actId="1076"/>
          <ac:picMkLst>
            <pc:docMk/>
            <pc:sldMk cId="320530904" sldId="346"/>
            <ac:picMk id="3" creationId="{4817C5A4-4A59-03B5-0A43-F7D0C0B1BCF8}"/>
          </ac:picMkLst>
        </pc:picChg>
        <pc:picChg chg="add mod">
          <ac:chgData name="SHAR Lwin Khin" userId="33cb3c8a-ae33-4f55-be34-306cbe5b6d67" providerId="ADAL" clId="{EC909A2D-78C2-525E-811C-45F995EBE952}" dt="2026-08-13T06:33:07.938" v="1492" actId="1076"/>
          <ac:picMkLst>
            <pc:docMk/>
            <pc:sldMk cId="320530904" sldId="346"/>
            <ac:picMk id="5" creationId="{CD141905-734F-CC15-2EFA-868BAE049C35}"/>
          </ac:picMkLst>
        </pc:picChg>
        <pc:picChg chg="add del mod">
          <ac:chgData name="SHAR Lwin Khin" userId="33cb3c8a-ae33-4f55-be34-306cbe5b6d67" providerId="ADAL" clId="{EC909A2D-78C2-525E-811C-45F995EBE952}" dt="2026-08-13T06:32:53.534" v="1481" actId="478"/>
          <ac:picMkLst>
            <pc:docMk/>
            <pc:sldMk cId="320530904" sldId="346"/>
            <ac:picMk id="8" creationId="{FEA5B8BE-0FDC-C7DC-BE9C-129377097F1C}"/>
          </ac:picMkLst>
        </pc:picChg>
        <pc:picChg chg="add del mod">
          <ac:chgData name="SHAR Lwin Khin" userId="33cb3c8a-ae33-4f55-be34-306cbe5b6d67" providerId="ADAL" clId="{EC909A2D-78C2-525E-811C-45F995EBE952}" dt="2026-08-13T06:32:54.545" v="1482" actId="478"/>
          <ac:picMkLst>
            <pc:docMk/>
            <pc:sldMk cId="320530904" sldId="346"/>
            <ac:picMk id="11" creationId="{BFB3A999-C677-9F52-01DA-DF7D1354225B}"/>
          </ac:picMkLst>
        </pc:picChg>
      </pc:sldChg>
      <pc:sldChg chg="addSp delSp modSp add mod">
        <pc:chgData name="SHAR Lwin Khin" userId="33cb3c8a-ae33-4f55-be34-306cbe5b6d67" providerId="ADAL" clId="{EC909A2D-78C2-525E-811C-45F995EBE952}" dt="2026-08-11T06:27:10.401" v="1204" actId="20577"/>
        <pc:sldMkLst>
          <pc:docMk/>
          <pc:sldMk cId="4162653913" sldId="347"/>
        </pc:sldMkLst>
        <pc:spChg chg="mod">
          <ac:chgData name="SHAR Lwin Khin" userId="33cb3c8a-ae33-4f55-be34-306cbe5b6d67" providerId="ADAL" clId="{EC909A2D-78C2-525E-811C-45F995EBE952}" dt="2026-08-11T06:11:08.088" v="767" actId="20577"/>
          <ac:spMkLst>
            <pc:docMk/>
            <pc:sldMk cId="4162653913" sldId="347"/>
            <ac:spMk id="171" creationId="{9C627A7E-CE99-0934-2C72-88EAB96A1E25}"/>
          </ac:spMkLst>
        </pc:spChg>
        <pc:spChg chg="mod">
          <ac:chgData name="SHAR Lwin Khin" userId="33cb3c8a-ae33-4f55-be34-306cbe5b6d67" providerId="ADAL" clId="{EC909A2D-78C2-525E-811C-45F995EBE952}" dt="2026-08-11T06:27:10.401" v="1204" actId="20577"/>
          <ac:spMkLst>
            <pc:docMk/>
            <pc:sldMk cId="4162653913" sldId="347"/>
            <ac:spMk id="172" creationId="{2CBC602C-2C10-DB9C-0267-26D50521D156}"/>
          </ac:spMkLst>
        </pc:spChg>
        <pc:picChg chg="add mod">
          <ac:chgData name="SHAR Lwin Khin" userId="33cb3c8a-ae33-4f55-be34-306cbe5b6d67" providerId="ADAL" clId="{EC909A2D-78C2-525E-811C-45F995EBE952}" dt="2026-08-11T06:22:57.259" v="812" actId="1076"/>
          <ac:picMkLst>
            <pc:docMk/>
            <pc:sldMk cId="4162653913" sldId="347"/>
            <ac:picMk id="3" creationId="{E17BD5C8-D622-2862-9939-D9517C2D4D6C}"/>
          </ac:picMkLst>
        </pc:picChg>
        <pc:picChg chg="add mod">
          <ac:chgData name="SHAR Lwin Khin" userId="33cb3c8a-ae33-4f55-be34-306cbe5b6d67" providerId="ADAL" clId="{EC909A2D-78C2-525E-811C-45F995EBE952}" dt="2026-08-11T06:26:52.046" v="1196" actId="1076"/>
          <ac:picMkLst>
            <pc:docMk/>
            <pc:sldMk cId="4162653913" sldId="347"/>
            <ac:picMk id="5" creationId="{7A8D2DBB-B4E7-58CC-06BE-148C7532184D}"/>
          </ac:picMkLst>
        </pc:picChg>
      </pc:sldChg>
      <pc:sldChg chg="add del">
        <pc:chgData name="SHAR Lwin Khin" userId="33cb3c8a-ae33-4f55-be34-306cbe5b6d67" providerId="ADAL" clId="{EC909A2D-78C2-525E-811C-45F995EBE952}" dt="2026-08-13T06:17:25.951" v="1219" actId="2696"/>
        <pc:sldMkLst>
          <pc:docMk/>
          <pc:sldMk cId="242486159" sldId="348"/>
        </pc:sldMkLst>
      </pc:sldChg>
      <pc:sldChg chg="addSp modSp add mod">
        <pc:chgData name="SHAR Lwin Khin" userId="33cb3c8a-ae33-4f55-be34-306cbe5b6d67" providerId="ADAL" clId="{EC909A2D-78C2-525E-811C-45F995EBE952}" dt="2026-08-13T06:25:59.033" v="1388" actId="255"/>
        <pc:sldMkLst>
          <pc:docMk/>
          <pc:sldMk cId="3863191019" sldId="348"/>
        </pc:sldMkLst>
        <pc:spChg chg="add mod">
          <ac:chgData name="SHAR Lwin Khin" userId="33cb3c8a-ae33-4f55-be34-306cbe5b6d67" providerId="ADAL" clId="{EC909A2D-78C2-525E-811C-45F995EBE952}" dt="2026-08-13T06:25:59.033" v="1388" actId="255"/>
          <ac:spMkLst>
            <pc:docMk/>
            <pc:sldMk cId="3863191019" sldId="348"/>
            <ac:spMk id="2" creationId="{8E60445B-57D4-7187-80D7-9A529F4AAECE}"/>
          </ac:spMkLst>
        </pc:spChg>
        <pc:spChg chg="mod">
          <ac:chgData name="SHAR Lwin Khin" userId="33cb3c8a-ae33-4f55-be34-306cbe5b6d67" providerId="ADAL" clId="{EC909A2D-78C2-525E-811C-45F995EBE952}" dt="2026-08-13T06:18:04.377" v="1244" actId="20577"/>
          <ac:spMkLst>
            <pc:docMk/>
            <pc:sldMk cId="3863191019" sldId="348"/>
            <ac:spMk id="163" creationId="{4C2BF01C-CD77-33EE-729E-C06D86B2D52E}"/>
          </ac:spMkLst>
        </pc:spChg>
        <pc:spChg chg="mod">
          <ac:chgData name="SHAR Lwin Khin" userId="33cb3c8a-ae33-4f55-be34-306cbe5b6d67" providerId="ADAL" clId="{EC909A2D-78C2-525E-811C-45F995EBE952}" dt="2026-08-13T06:25:55.811" v="1387" actId="255"/>
          <ac:spMkLst>
            <pc:docMk/>
            <pc:sldMk cId="3863191019" sldId="348"/>
            <ac:spMk id="164" creationId="{7FB65B81-69A2-3E9A-B248-DC903358EB30}"/>
          </ac:spMkLst>
        </pc:spChg>
        <pc:spChg chg="mod">
          <ac:chgData name="SHAR Lwin Khin" userId="33cb3c8a-ae33-4f55-be34-306cbe5b6d67" providerId="ADAL" clId="{EC909A2D-78C2-525E-811C-45F995EBE952}" dt="2026-08-13T06:19:57.466" v="1262" actId="20577"/>
          <ac:spMkLst>
            <pc:docMk/>
            <pc:sldMk cId="3863191019" sldId="348"/>
            <ac:spMk id="165" creationId="{33D95D2E-B904-7B6D-ADF4-40E8738178BD}"/>
          </ac:spMkLst>
        </pc:spChg>
      </pc:sldChg>
      <pc:sldChg chg="add del">
        <pc:chgData name="SHAR Lwin Khin" userId="33cb3c8a-ae33-4f55-be34-306cbe5b6d67" providerId="ADAL" clId="{EC909A2D-78C2-525E-811C-45F995EBE952}" dt="2026-08-13T06:20:05.421" v="1264"/>
        <pc:sldMkLst>
          <pc:docMk/>
          <pc:sldMk cId="0" sldId="349"/>
        </pc:sldMkLst>
      </pc:sldChg>
      <pc:sldChg chg="add del">
        <pc:chgData name="SHAR Lwin Khin" userId="33cb3c8a-ae33-4f55-be34-306cbe5b6d67" providerId="ADAL" clId="{EC909A2D-78C2-525E-811C-45F995EBE952}" dt="2026-08-13T06:27:49.211" v="1390" actId="2696"/>
        <pc:sldMkLst>
          <pc:docMk/>
          <pc:sldMk cId="1623724797" sldId="349"/>
        </pc:sldMkLst>
      </pc:sldChg>
      <pc:sldChg chg="addSp delSp modSp add del mod">
        <pc:chgData name="SHAR Lwin Khin" userId="33cb3c8a-ae33-4f55-be34-306cbe5b6d67" providerId="ADAL" clId="{EC909A2D-78C2-525E-811C-45F995EBE952}" dt="2026-08-13T06:24:33.595" v="1356" actId="2696"/>
        <pc:sldMkLst>
          <pc:docMk/>
          <pc:sldMk cId="1685413886" sldId="349"/>
        </pc:sldMkLst>
        <pc:spChg chg="del">
          <ac:chgData name="SHAR Lwin Khin" userId="33cb3c8a-ae33-4f55-be34-306cbe5b6d67" providerId="ADAL" clId="{EC909A2D-78C2-525E-811C-45F995EBE952}" dt="2026-08-13T06:20:38.712" v="1282" actId="478"/>
          <ac:spMkLst>
            <pc:docMk/>
            <pc:sldMk cId="1685413886" sldId="349"/>
            <ac:spMk id="3" creationId="{AC4DD248-06C1-1AAD-C5CB-944233381797}"/>
          </ac:spMkLst>
        </pc:spChg>
        <pc:spChg chg="add del mod">
          <ac:chgData name="SHAR Lwin Khin" userId="33cb3c8a-ae33-4f55-be34-306cbe5b6d67" providerId="ADAL" clId="{EC909A2D-78C2-525E-811C-45F995EBE952}" dt="2026-08-13T06:20:37.202" v="1281" actId="478"/>
          <ac:spMkLst>
            <pc:docMk/>
            <pc:sldMk cId="1685413886" sldId="349"/>
            <ac:spMk id="4" creationId="{C37A0332-E841-AC8E-926E-AB6F066594D9}"/>
          </ac:spMkLst>
        </pc:spChg>
        <pc:spChg chg="add mod">
          <ac:chgData name="SHAR Lwin Khin" userId="33cb3c8a-ae33-4f55-be34-306cbe5b6d67" providerId="ADAL" clId="{EC909A2D-78C2-525E-811C-45F995EBE952}" dt="2026-08-13T06:20:39.675" v="1283"/>
          <ac:spMkLst>
            <pc:docMk/>
            <pc:sldMk cId="1685413886" sldId="349"/>
            <ac:spMk id="5" creationId="{B8334395-56F2-7A1A-CD45-DD9451B75F0F}"/>
          </ac:spMkLst>
        </pc:spChg>
        <pc:spChg chg="add mod">
          <ac:chgData name="SHAR Lwin Khin" userId="33cb3c8a-ae33-4f55-be34-306cbe5b6d67" providerId="ADAL" clId="{EC909A2D-78C2-525E-811C-45F995EBE952}" dt="2026-08-13T06:20:39.675" v="1283"/>
          <ac:spMkLst>
            <pc:docMk/>
            <pc:sldMk cId="1685413886" sldId="349"/>
            <ac:spMk id="6" creationId="{1BEE49F1-5307-0012-E01A-F1E6721D4F22}"/>
          </ac:spMkLst>
        </pc:spChg>
        <pc:spChg chg="add mod">
          <ac:chgData name="SHAR Lwin Khin" userId="33cb3c8a-ae33-4f55-be34-306cbe5b6d67" providerId="ADAL" clId="{EC909A2D-78C2-525E-811C-45F995EBE952}" dt="2026-08-13T06:20:39.675" v="1283"/>
          <ac:spMkLst>
            <pc:docMk/>
            <pc:sldMk cId="1685413886" sldId="349"/>
            <ac:spMk id="7" creationId="{71A195CF-2E7A-27AF-A085-6285EAFE1390}"/>
          </ac:spMkLst>
        </pc:spChg>
        <pc:spChg chg="add mod">
          <ac:chgData name="SHAR Lwin Khin" userId="33cb3c8a-ae33-4f55-be34-306cbe5b6d67" providerId="ADAL" clId="{EC909A2D-78C2-525E-811C-45F995EBE952}" dt="2026-08-13T06:20:39.675" v="1283"/>
          <ac:spMkLst>
            <pc:docMk/>
            <pc:sldMk cId="1685413886" sldId="349"/>
            <ac:spMk id="9" creationId="{7DBE1B91-0ED1-C74B-3FCC-9972AD0187BF}"/>
          </ac:spMkLst>
        </pc:spChg>
        <pc:spChg chg="add mod">
          <ac:chgData name="SHAR Lwin Khin" userId="33cb3c8a-ae33-4f55-be34-306cbe5b6d67" providerId="ADAL" clId="{EC909A2D-78C2-525E-811C-45F995EBE952}" dt="2026-08-13T06:20:39.675" v="1283"/>
          <ac:spMkLst>
            <pc:docMk/>
            <pc:sldMk cId="1685413886" sldId="349"/>
            <ac:spMk id="10" creationId="{C493DEB2-4D85-0FC8-B25A-5A7E184AD094}"/>
          </ac:spMkLst>
        </pc:spChg>
        <pc:spChg chg="add mod">
          <ac:chgData name="SHAR Lwin Khin" userId="33cb3c8a-ae33-4f55-be34-306cbe5b6d67" providerId="ADAL" clId="{EC909A2D-78C2-525E-811C-45F995EBE952}" dt="2026-08-13T06:20:39.675" v="1283"/>
          <ac:spMkLst>
            <pc:docMk/>
            <pc:sldMk cId="1685413886" sldId="349"/>
            <ac:spMk id="12" creationId="{09C2B194-45B0-F114-6AFA-516C09558FEC}"/>
          </ac:spMkLst>
        </pc:spChg>
        <pc:spChg chg="add mod">
          <ac:chgData name="SHAR Lwin Khin" userId="33cb3c8a-ae33-4f55-be34-306cbe5b6d67" providerId="ADAL" clId="{EC909A2D-78C2-525E-811C-45F995EBE952}" dt="2026-08-13T06:20:39.675" v="1283"/>
          <ac:spMkLst>
            <pc:docMk/>
            <pc:sldMk cId="1685413886" sldId="349"/>
            <ac:spMk id="13" creationId="{69087789-9EA2-A334-7A33-4F7309008DAC}"/>
          </ac:spMkLst>
        </pc:spChg>
        <pc:spChg chg="add mod">
          <ac:chgData name="SHAR Lwin Khin" userId="33cb3c8a-ae33-4f55-be34-306cbe5b6d67" providerId="ADAL" clId="{EC909A2D-78C2-525E-811C-45F995EBE952}" dt="2026-08-13T06:20:39.675" v="1283"/>
          <ac:spMkLst>
            <pc:docMk/>
            <pc:sldMk cId="1685413886" sldId="349"/>
            <ac:spMk id="15" creationId="{C9A38FB2-7C95-7966-123D-9FDB19884BDC}"/>
          </ac:spMkLst>
        </pc:spChg>
        <pc:spChg chg="add mod">
          <ac:chgData name="SHAR Lwin Khin" userId="33cb3c8a-ae33-4f55-be34-306cbe5b6d67" providerId="ADAL" clId="{EC909A2D-78C2-525E-811C-45F995EBE952}" dt="2026-08-13T06:20:39.675" v="1283"/>
          <ac:spMkLst>
            <pc:docMk/>
            <pc:sldMk cId="1685413886" sldId="349"/>
            <ac:spMk id="16" creationId="{2E81504E-D42E-3BA1-888D-ED813BF02E42}"/>
          </ac:spMkLst>
        </pc:spChg>
        <pc:spChg chg="add mod">
          <ac:chgData name="SHAR Lwin Khin" userId="33cb3c8a-ae33-4f55-be34-306cbe5b6d67" providerId="ADAL" clId="{EC909A2D-78C2-525E-811C-45F995EBE952}" dt="2026-08-13T06:20:54.172" v="1284"/>
          <ac:spMkLst>
            <pc:docMk/>
            <pc:sldMk cId="1685413886" sldId="349"/>
            <ac:spMk id="17" creationId="{C96B7E61-B648-927C-8CEF-CAAA13BB5D72}"/>
          </ac:spMkLst>
        </pc:spChg>
        <pc:spChg chg="add mod">
          <ac:chgData name="SHAR Lwin Khin" userId="33cb3c8a-ae33-4f55-be34-306cbe5b6d67" providerId="ADAL" clId="{EC909A2D-78C2-525E-811C-45F995EBE952}" dt="2026-08-13T06:20:54.172" v="1284"/>
          <ac:spMkLst>
            <pc:docMk/>
            <pc:sldMk cId="1685413886" sldId="349"/>
            <ac:spMk id="18" creationId="{2B3F441A-4501-0CEE-A52F-AEDDB71BA495}"/>
          </ac:spMkLst>
        </pc:spChg>
        <pc:spChg chg="add mod">
          <ac:chgData name="SHAR Lwin Khin" userId="33cb3c8a-ae33-4f55-be34-306cbe5b6d67" providerId="ADAL" clId="{EC909A2D-78C2-525E-811C-45F995EBE952}" dt="2026-08-13T06:20:54.172" v="1284"/>
          <ac:spMkLst>
            <pc:docMk/>
            <pc:sldMk cId="1685413886" sldId="349"/>
            <ac:spMk id="19" creationId="{B733F72A-89EA-9094-0F0D-32CEACBE6CDA}"/>
          </ac:spMkLst>
        </pc:spChg>
        <pc:spChg chg="add mod">
          <ac:chgData name="SHAR Lwin Khin" userId="33cb3c8a-ae33-4f55-be34-306cbe5b6d67" providerId="ADAL" clId="{EC909A2D-78C2-525E-811C-45F995EBE952}" dt="2026-08-13T06:20:54.172" v="1284"/>
          <ac:spMkLst>
            <pc:docMk/>
            <pc:sldMk cId="1685413886" sldId="349"/>
            <ac:spMk id="21" creationId="{8FF68C90-FA6E-CAC0-A9B7-0A1B546F401D}"/>
          </ac:spMkLst>
        </pc:spChg>
        <pc:spChg chg="add mod">
          <ac:chgData name="SHAR Lwin Khin" userId="33cb3c8a-ae33-4f55-be34-306cbe5b6d67" providerId="ADAL" clId="{EC909A2D-78C2-525E-811C-45F995EBE952}" dt="2026-08-13T06:20:54.172" v="1284"/>
          <ac:spMkLst>
            <pc:docMk/>
            <pc:sldMk cId="1685413886" sldId="349"/>
            <ac:spMk id="22" creationId="{A1659222-75E5-8264-4B2F-5DF40E775221}"/>
          </ac:spMkLst>
        </pc:spChg>
        <pc:spChg chg="add mod">
          <ac:chgData name="SHAR Lwin Khin" userId="33cb3c8a-ae33-4f55-be34-306cbe5b6d67" providerId="ADAL" clId="{EC909A2D-78C2-525E-811C-45F995EBE952}" dt="2026-08-13T06:20:54.172" v="1284"/>
          <ac:spMkLst>
            <pc:docMk/>
            <pc:sldMk cId="1685413886" sldId="349"/>
            <ac:spMk id="24" creationId="{D96B110A-4049-CD94-0BEC-8CDCF91F695E}"/>
          </ac:spMkLst>
        </pc:spChg>
        <pc:spChg chg="add mod">
          <ac:chgData name="SHAR Lwin Khin" userId="33cb3c8a-ae33-4f55-be34-306cbe5b6d67" providerId="ADAL" clId="{EC909A2D-78C2-525E-811C-45F995EBE952}" dt="2026-08-13T06:20:54.172" v="1284"/>
          <ac:spMkLst>
            <pc:docMk/>
            <pc:sldMk cId="1685413886" sldId="349"/>
            <ac:spMk id="25" creationId="{2F5E97EF-9EB2-56E7-FF4D-3616DB3AC00A}"/>
          </ac:spMkLst>
        </pc:spChg>
        <pc:spChg chg="add mod">
          <ac:chgData name="SHAR Lwin Khin" userId="33cb3c8a-ae33-4f55-be34-306cbe5b6d67" providerId="ADAL" clId="{EC909A2D-78C2-525E-811C-45F995EBE952}" dt="2026-08-13T06:20:54.172" v="1284"/>
          <ac:spMkLst>
            <pc:docMk/>
            <pc:sldMk cId="1685413886" sldId="349"/>
            <ac:spMk id="27" creationId="{DB960F05-7E87-13D6-89BD-DA89D30B16BE}"/>
          </ac:spMkLst>
        </pc:spChg>
        <pc:spChg chg="add mod">
          <ac:chgData name="SHAR Lwin Khin" userId="33cb3c8a-ae33-4f55-be34-306cbe5b6d67" providerId="ADAL" clId="{EC909A2D-78C2-525E-811C-45F995EBE952}" dt="2026-08-13T06:20:54.172" v="1284"/>
          <ac:spMkLst>
            <pc:docMk/>
            <pc:sldMk cId="1685413886" sldId="349"/>
            <ac:spMk id="28" creationId="{D06E3961-BF7D-D1B2-48F1-80B925F2D2CA}"/>
          </ac:spMkLst>
        </pc:spChg>
        <pc:spChg chg="add mod">
          <ac:chgData name="SHAR Lwin Khin" userId="33cb3c8a-ae33-4f55-be34-306cbe5b6d67" providerId="ADAL" clId="{EC909A2D-78C2-525E-811C-45F995EBE952}" dt="2026-08-13T06:20:58.673" v="1285"/>
          <ac:spMkLst>
            <pc:docMk/>
            <pc:sldMk cId="1685413886" sldId="349"/>
            <ac:spMk id="29" creationId="{2D682C1F-310A-654F-2FC5-6753F84FC8F1}"/>
          </ac:spMkLst>
        </pc:spChg>
        <pc:spChg chg="add mod">
          <ac:chgData name="SHAR Lwin Khin" userId="33cb3c8a-ae33-4f55-be34-306cbe5b6d67" providerId="ADAL" clId="{EC909A2D-78C2-525E-811C-45F995EBE952}" dt="2026-08-13T06:20:58.673" v="1285"/>
          <ac:spMkLst>
            <pc:docMk/>
            <pc:sldMk cId="1685413886" sldId="349"/>
            <ac:spMk id="30" creationId="{EA45E8CA-3B72-F931-60D3-7E187B780FC1}"/>
          </ac:spMkLst>
        </pc:spChg>
        <pc:spChg chg="add mod">
          <ac:chgData name="SHAR Lwin Khin" userId="33cb3c8a-ae33-4f55-be34-306cbe5b6d67" providerId="ADAL" clId="{EC909A2D-78C2-525E-811C-45F995EBE952}" dt="2026-08-13T06:20:58.673" v="1285"/>
          <ac:spMkLst>
            <pc:docMk/>
            <pc:sldMk cId="1685413886" sldId="349"/>
            <ac:spMk id="31" creationId="{A0BAEC84-5A35-8C84-6AFD-37871DAA03CA}"/>
          </ac:spMkLst>
        </pc:spChg>
        <pc:spChg chg="add mod">
          <ac:chgData name="SHAR Lwin Khin" userId="33cb3c8a-ae33-4f55-be34-306cbe5b6d67" providerId="ADAL" clId="{EC909A2D-78C2-525E-811C-45F995EBE952}" dt="2026-08-13T06:20:58.673" v="1285"/>
          <ac:spMkLst>
            <pc:docMk/>
            <pc:sldMk cId="1685413886" sldId="349"/>
            <ac:spMk id="33" creationId="{147177AB-5881-FCB6-BB86-BBB9AF073911}"/>
          </ac:spMkLst>
        </pc:spChg>
        <pc:spChg chg="add mod">
          <ac:chgData name="SHAR Lwin Khin" userId="33cb3c8a-ae33-4f55-be34-306cbe5b6d67" providerId="ADAL" clId="{EC909A2D-78C2-525E-811C-45F995EBE952}" dt="2026-08-13T06:20:58.673" v="1285"/>
          <ac:spMkLst>
            <pc:docMk/>
            <pc:sldMk cId="1685413886" sldId="349"/>
            <ac:spMk id="34" creationId="{801C5D56-4CFF-B7AC-9438-D25BAA4E0306}"/>
          </ac:spMkLst>
        </pc:spChg>
        <pc:spChg chg="add mod">
          <ac:chgData name="SHAR Lwin Khin" userId="33cb3c8a-ae33-4f55-be34-306cbe5b6d67" providerId="ADAL" clId="{EC909A2D-78C2-525E-811C-45F995EBE952}" dt="2026-08-13T06:20:58.673" v="1285"/>
          <ac:spMkLst>
            <pc:docMk/>
            <pc:sldMk cId="1685413886" sldId="349"/>
            <ac:spMk id="36" creationId="{B1D1C58C-107E-0D89-C5A3-DEA9FF93C355}"/>
          </ac:spMkLst>
        </pc:spChg>
        <pc:spChg chg="add mod">
          <ac:chgData name="SHAR Lwin Khin" userId="33cb3c8a-ae33-4f55-be34-306cbe5b6d67" providerId="ADAL" clId="{EC909A2D-78C2-525E-811C-45F995EBE952}" dt="2026-08-13T06:20:58.673" v="1285"/>
          <ac:spMkLst>
            <pc:docMk/>
            <pc:sldMk cId="1685413886" sldId="349"/>
            <ac:spMk id="37" creationId="{8568596E-F700-95D4-F4E2-2B036183097E}"/>
          </ac:spMkLst>
        </pc:spChg>
        <pc:spChg chg="add mod">
          <ac:chgData name="SHAR Lwin Khin" userId="33cb3c8a-ae33-4f55-be34-306cbe5b6d67" providerId="ADAL" clId="{EC909A2D-78C2-525E-811C-45F995EBE952}" dt="2026-08-13T06:20:58.673" v="1285"/>
          <ac:spMkLst>
            <pc:docMk/>
            <pc:sldMk cId="1685413886" sldId="349"/>
            <ac:spMk id="39" creationId="{18F717C4-4A8A-6447-00FB-057EC5F17FA9}"/>
          </ac:spMkLst>
        </pc:spChg>
        <pc:spChg chg="add mod">
          <ac:chgData name="SHAR Lwin Khin" userId="33cb3c8a-ae33-4f55-be34-306cbe5b6d67" providerId="ADAL" clId="{EC909A2D-78C2-525E-811C-45F995EBE952}" dt="2026-08-13T06:20:58.673" v="1285"/>
          <ac:spMkLst>
            <pc:docMk/>
            <pc:sldMk cId="1685413886" sldId="349"/>
            <ac:spMk id="40" creationId="{FD201FF1-AE9B-09C5-B433-85194C4E5EEC}"/>
          </ac:spMkLst>
        </pc:spChg>
        <pc:spChg chg="add del mod">
          <ac:chgData name="SHAR Lwin Khin" userId="33cb3c8a-ae33-4f55-be34-306cbe5b6d67" providerId="ADAL" clId="{EC909A2D-78C2-525E-811C-45F995EBE952}" dt="2026-08-13T06:21:25.649" v="1288" actId="478"/>
          <ac:spMkLst>
            <pc:docMk/>
            <pc:sldMk cId="1685413886" sldId="349"/>
            <ac:spMk id="41" creationId="{070A5616-4760-C2D1-BD39-7B15A5AB0F72}"/>
          </ac:spMkLst>
        </pc:spChg>
        <pc:spChg chg="add mod">
          <ac:chgData name="SHAR Lwin Khin" userId="33cb3c8a-ae33-4f55-be34-306cbe5b6d67" providerId="ADAL" clId="{EC909A2D-78C2-525E-811C-45F995EBE952}" dt="2026-08-13T06:24:09.515" v="1351" actId="14100"/>
          <ac:spMkLst>
            <pc:docMk/>
            <pc:sldMk cId="1685413886" sldId="349"/>
            <ac:spMk id="42" creationId="{923E830E-8FB1-D5FE-8FB3-A8BE7EB3E6F0}"/>
          </ac:spMkLst>
        </pc:spChg>
        <pc:spChg chg="add mod">
          <ac:chgData name="SHAR Lwin Khin" userId="33cb3c8a-ae33-4f55-be34-306cbe5b6d67" providerId="ADAL" clId="{EC909A2D-78C2-525E-811C-45F995EBE952}" dt="2026-08-13T06:22:57.049" v="1305" actId="14100"/>
          <ac:spMkLst>
            <pc:docMk/>
            <pc:sldMk cId="1685413886" sldId="349"/>
            <ac:spMk id="43" creationId="{282F19F0-8212-21FD-58DF-06D2BC063519}"/>
          </ac:spMkLst>
        </pc:spChg>
        <pc:spChg chg="add mod">
          <ac:chgData name="SHAR Lwin Khin" userId="33cb3c8a-ae33-4f55-be34-306cbe5b6d67" providerId="ADAL" clId="{EC909A2D-78C2-525E-811C-45F995EBE952}" dt="2026-08-13T06:24:24.892" v="1355" actId="255"/>
          <ac:spMkLst>
            <pc:docMk/>
            <pc:sldMk cId="1685413886" sldId="349"/>
            <ac:spMk id="45" creationId="{6F2FE17B-9DDF-474E-C178-055F255EFC09}"/>
          </ac:spMkLst>
        </pc:spChg>
        <pc:spChg chg="add mod">
          <ac:chgData name="SHAR Lwin Khin" userId="33cb3c8a-ae33-4f55-be34-306cbe5b6d67" providerId="ADAL" clId="{EC909A2D-78C2-525E-811C-45F995EBE952}" dt="2026-08-13T06:23:46.653" v="1344" actId="14100"/>
          <ac:spMkLst>
            <pc:docMk/>
            <pc:sldMk cId="1685413886" sldId="349"/>
            <ac:spMk id="46" creationId="{ABDEDB92-5241-6731-C768-A39CEDB71870}"/>
          </ac:spMkLst>
        </pc:spChg>
        <pc:spChg chg="add mod">
          <ac:chgData name="SHAR Lwin Khin" userId="33cb3c8a-ae33-4f55-be34-306cbe5b6d67" providerId="ADAL" clId="{EC909A2D-78C2-525E-811C-45F995EBE952}" dt="2026-08-13T06:23:39.547" v="1343" actId="14100"/>
          <ac:spMkLst>
            <pc:docMk/>
            <pc:sldMk cId="1685413886" sldId="349"/>
            <ac:spMk id="48" creationId="{536D3F9D-1393-4F7B-479E-6B2DC673A733}"/>
          </ac:spMkLst>
        </pc:spChg>
        <pc:spChg chg="add mod">
          <ac:chgData name="SHAR Lwin Khin" userId="33cb3c8a-ae33-4f55-be34-306cbe5b6d67" providerId="ADAL" clId="{EC909A2D-78C2-525E-811C-45F995EBE952}" dt="2026-08-13T06:24:00.578" v="1348" actId="14100"/>
          <ac:spMkLst>
            <pc:docMk/>
            <pc:sldMk cId="1685413886" sldId="349"/>
            <ac:spMk id="49" creationId="{F7651610-994D-44EC-71E6-2AC91377D342}"/>
          </ac:spMkLst>
        </pc:spChg>
        <pc:spChg chg="add mod">
          <ac:chgData name="SHAR Lwin Khin" userId="33cb3c8a-ae33-4f55-be34-306cbe5b6d67" providerId="ADAL" clId="{EC909A2D-78C2-525E-811C-45F995EBE952}" dt="2026-08-13T06:24:19.795" v="1353" actId="255"/>
          <ac:spMkLst>
            <pc:docMk/>
            <pc:sldMk cId="1685413886" sldId="349"/>
            <ac:spMk id="51" creationId="{D1BFC473-6AF6-1BBE-3A57-CE1A3364EEAD}"/>
          </ac:spMkLst>
        </pc:spChg>
        <pc:spChg chg="add mod">
          <ac:chgData name="SHAR Lwin Khin" userId="33cb3c8a-ae33-4f55-be34-306cbe5b6d67" providerId="ADAL" clId="{EC909A2D-78C2-525E-811C-45F995EBE952}" dt="2026-08-13T06:22:22.952" v="1298" actId="1076"/>
          <ac:spMkLst>
            <pc:docMk/>
            <pc:sldMk cId="1685413886" sldId="349"/>
            <ac:spMk id="52" creationId="{236E4991-2CC2-869F-9F37-55A77BEB7DA3}"/>
          </ac:spMkLst>
        </pc:spChg>
        <pc:spChg chg="add del mod">
          <ac:chgData name="SHAR Lwin Khin" userId="33cb3c8a-ae33-4f55-be34-306cbe5b6d67" providerId="ADAL" clId="{EC909A2D-78C2-525E-811C-45F995EBE952}" dt="2026-08-13T06:21:50.577" v="1292" actId="478"/>
          <ac:spMkLst>
            <pc:docMk/>
            <pc:sldMk cId="1685413886" sldId="349"/>
            <ac:spMk id="54" creationId="{C74828DB-67BF-568F-3522-299671BF04FB}"/>
          </ac:spMkLst>
        </pc:spChg>
        <pc:spChg chg="mod">
          <ac:chgData name="SHAR Lwin Khin" userId="33cb3c8a-ae33-4f55-be34-306cbe5b6d67" providerId="ADAL" clId="{EC909A2D-78C2-525E-811C-45F995EBE952}" dt="2026-08-13T06:20:12.173" v="1277" actId="20577"/>
          <ac:spMkLst>
            <pc:docMk/>
            <pc:sldMk cId="1685413886" sldId="349"/>
            <ac:spMk id="132" creationId="{1F0EEA98-49C6-7A26-0689-923AFEFFE196}"/>
          </ac:spMkLst>
        </pc:spChg>
        <pc:spChg chg="del mod">
          <ac:chgData name="SHAR Lwin Khin" userId="33cb3c8a-ae33-4f55-be34-306cbe5b6d67" providerId="ADAL" clId="{EC909A2D-78C2-525E-811C-45F995EBE952}" dt="2026-08-13T06:21:47.991" v="1291" actId="478"/>
          <ac:spMkLst>
            <pc:docMk/>
            <pc:sldMk cId="1685413886" sldId="349"/>
            <ac:spMk id="133" creationId="{B3DBE34E-921C-D473-9D57-2E9190284637}"/>
          </ac:spMkLst>
        </pc:spChg>
        <pc:spChg chg="del">
          <ac:chgData name="SHAR Lwin Khin" userId="33cb3c8a-ae33-4f55-be34-306cbe5b6d67" providerId="ADAL" clId="{EC909A2D-78C2-525E-811C-45F995EBE952}" dt="2026-08-13T06:20:35.452" v="1280" actId="478"/>
          <ac:spMkLst>
            <pc:docMk/>
            <pc:sldMk cId="1685413886" sldId="349"/>
            <ac:spMk id="134" creationId="{AAC75927-17FC-2062-E2E1-A581BF44648B}"/>
          </ac:spMkLst>
        </pc:spChg>
        <pc:cxnChg chg="add mod">
          <ac:chgData name="SHAR Lwin Khin" userId="33cb3c8a-ae33-4f55-be34-306cbe5b6d67" providerId="ADAL" clId="{EC909A2D-78C2-525E-811C-45F995EBE952}" dt="2026-08-13T06:20:39.675" v="1283"/>
          <ac:cxnSpMkLst>
            <pc:docMk/>
            <pc:sldMk cId="1685413886" sldId="349"/>
            <ac:cxnSpMk id="11" creationId="{99E7BC74-C30D-2023-BB08-69B68AD7411E}"/>
          </ac:cxnSpMkLst>
        </pc:cxnChg>
        <pc:cxnChg chg="add mod">
          <ac:chgData name="SHAR Lwin Khin" userId="33cb3c8a-ae33-4f55-be34-306cbe5b6d67" providerId="ADAL" clId="{EC909A2D-78C2-525E-811C-45F995EBE952}" dt="2026-08-13T06:20:54.172" v="1284"/>
          <ac:cxnSpMkLst>
            <pc:docMk/>
            <pc:sldMk cId="1685413886" sldId="349"/>
            <ac:cxnSpMk id="26" creationId="{AE220856-9120-002E-F69D-DAF4D435DD29}"/>
          </ac:cxnSpMkLst>
        </pc:cxnChg>
        <pc:cxnChg chg="add mod">
          <ac:chgData name="SHAR Lwin Khin" userId="33cb3c8a-ae33-4f55-be34-306cbe5b6d67" providerId="ADAL" clId="{EC909A2D-78C2-525E-811C-45F995EBE952}" dt="2026-08-13T06:20:58.673" v="1285"/>
          <ac:cxnSpMkLst>
            <pc:docMk/>
            <pc:sldMk cId="1685413886" sldId="349"/>
            <ac:cxnSpMk id="32" creationId="{7F10D778-95D5-7560-E2B6-1D185D892BD1}"/>
          </ac:cxnSpMkLst>
        </pc:cxnChg>
        <pc:cxnChg chg="add mod">
          <ac:chgData name="SHAR Lwin Khin" userId="33cb3c8a-ae33-4f55-be34-306cbe5b6d67" providerId="ADAL" clId="{EC909A2D-78C2-525E-811C-45F995EBE952}" dt="2026-08-13T06:24:24.892" v="1355" actId="255"/>
          <ac:cxnSpMkLst>
            <pc:docMk/>
            <pc:sldMk cId="1685413886" sldId="349"/>
            <ac:cxnSpMk id="44" creationId="{C4153A84-CFD0-7227-A109-B823FCD6BAD2}"/>
          </ac:cxnSpMkLst>
        </pc:cxnChg>
        <pc:cxnChg chg="mod">
          <ac:chgData name="SHAR Lwin Khin" userId="33cb3c8a-ae33-4f55-be34-306cbe5b6d67" providerId="ADAL" clId="{EC909A2D-78C2-525E-811C-45F995EBE952}" dt="2026-08-13T06:23:53.237" v="1346" actId="14100"/>
          <ac:cxnSpMkLst>
            <pc:docMk/>
            <pc:sldMk cId="1685413886" sldId="349"/>
            <ac:cxnSpMk id="47" creationId="{F24AE29D-ED18-9586-39F3-D2C814191520}"/>
          </ac:cxnSpMkLst>
        </pc:cxnChg>
        <pc:cxnChg chg="mod">
          <ac:chgData name="SHAR Lwin Khin" userId="33cb3c8a-ae33-4f55-be34-306cbe5b6d67" providerId="ADAL" clId="{EC909A2D-78C2-525E-811C-45F995EBE952}" dt="2026-08-13T06:24:03.738" v="1349" actId="14100"/>
          <ac:cxnSpMkLst>
            <pc:docMk/>
            <pc:sldMk cId="1685413886" sldId="349"/>
            <ac:cxnSpMk id="50" creationId="{E5957891-4480-8BEA-0D0A-B7F95CB2496D}"/>
          </ac:cxnSpMkLst>
        </pc:cxnChg>
      </pc:sldChg>
      <pc:sldChg chg="modSp add mod">
        <pc:chgData name="SHAR Lwin Khin" userId="33cb3c8a-ae33-4f55-be34-306cbe5b6d67" providerId="ADAL" clId="{EC909A2D-78C2-525E-811C-45F995EBE952}" dt="2026-08-13T06:28:15.654" v="1412" actId="255"/>
        <pc:sldMkLst>
          <pc:docMk/>
          <pc:sldMk cId="1793742315" sldId="349"/>
        </pc:sldMkLst>
        <pc:spChg chg="mod">
          <ac:chgData name="SHAR Lwin Khin" userId="33cb3c8a-ae33-4f55-be34-306cbe5b6d67" providerId="ADAL" clId="{EC909A2D-78C2-525E-811C-45F995EBE952}" dt="2026-08-13T06:28:15.654" v="1412" actId="255"/>
          <ac:spMkLst>
            <pc:docMk/>
            <pc:sldMk cId="1793742315" sldId="349"/>
            <ac:spMk id="132" creationId="{1F0EEA98-49C6-7A26-0689-923AFEFFE196}"/>
          </ac:spMkLst>
        </pc:spChg>
      </pc:sldChg>
      <pc:sldChg chg="addSp delSp modSp add mod">
        <pc:chgData name="SHAR Lwin Khin" userId="33cb3c8a-ae33-4f55-be34-306cbe5b6d67" providerId="ADAL" clId="{EC909A2D-78C2-525E-811C-45F995EBE952}" dt="2026-08-13T06:50:04.180" v="1801" actId="20577"/>
        <pc:sldMkLst>
          <pc:docMk/>
          <pc:sldMk cId="1958502258" sldId="350"/>
        </pc:sldMkLst>
        <pc:spChg chg="del">
          <ac:chgData name="SHAR Lwin Khin" userId="33cb3c8a-ae33-4f55-be34-306cbe5b6d67" providerId="ADAL" clId="{EC909A2D-78C2-525E-811C-45F995EBE952}" dt="2026-08-13T06:46:51.505" v="1677" actId="478"/>
          <ac:spMkLst>
            <pc:docMk/>
            <pc:sldMk cId="1958502258" sldId="350"/>
            <ac:spMk id="3" creationId="{FCB6FE48-72A0-E2BB-3CD7-7E7315F2E0BB}"/>
          </ac:spMkLst>
        </pc:spChg>
        <pc:spChg chg="add del mod">
          <ac:chgData name="SHAR Lwin Khin" userId="33cb3c8a-ae33-4f55-be34-306cbe5b6d67" providerId="ADAL" clId="{EC909A2D-78C2-525E-811C-45F995EBE952}" dt="2026-08-13T06:44:57.496" v="1619" actId="478"/>
          <ac:spMkLst>
            <pc:docMk/>
            <pc:sldMk cId="1958502258" sldId="350"/>
            <ac:spMk id="4" creationId="{3BC97B04-87C5-6EFE-C473-F18C3FADC780}"/>
          </ac:spMkLst>
        </pc:spChg>
        <pc:spChg chg="add mod">
          <ac:chgData name="SHAR Lwin Khin" userId="33cb3c8a-ae33-4f55-be34-306cbe5b6d67" providerId="ADAL" clId="{EC909A2D-78C2-525E-811C-45F995EBE952}" dt="2026-08-13T06:48:15.394" v="1791" actId="14100"/>
          <ac:spMkLst>
            <pc:docMk/>
            <pc:sldMk cId="1958502258" sldId="350"/>
            <ac:spMk id="11" creationId="{57B9FDFC-0447-5510-B5ED-CBE37B7A175F}"/>
          </ac:spMkLst>
        </pc:spChg>
        <pc:spChg chg="mod">
          <ac:chgData name="SHAR Lwin Khin" userId="33cb3c8a-ae33-4f55-be34-306cbe5b6d67" providerId="ADAL" clId="{EC909A2D-78C2-525E-811C-45F995EBE952}" dt="2026-08-13T06:44:13.601" v="1603" actId="20577"/>
          <ac:spMkLst>
            <pc:docMk/>
            <pc:sldMk cId="1958502258" sldId="350"/>
            <ac:spMk id="163" creationId="{7655BB49-89B9-15CC-DACD-B1131DC1A5E3}"/>
          </ac:spMkLst>
        </pc:spChg>
        <pc:spChg chg="mod">
          <ac:chgData name="SHAR Lwin Khin" userId="33cb3c8a-ae33-4f55-be34-306cbe5b6d67" providerId="ADAL" clId="{EC909A2D-78C2-525E-811C-45F995EBE952}" dt="2026-08-13T06:50:04.180" v="1801" actId="20577"/>
          <ac:spMkLst>
            <pc:docMk/>
            <pc:sldMk cId="1958502258" sldId="350"/>
            <ac:spMk id="164" creationId="{EC1E0240-1C9D-B7D7-6EDD-4C2ED9067DA8}"/>
          </ac:spMkLst>
        </pc:spChg>
        <pc:spChg chg="del">
          <ac:chgData name="SHAR Lwin Khin" userId="33cb3c8a-ae33-4f55-be34-306cbe5b6d67" providerId="ADAL" clId="{EC909A2D-78C2-525E-811C-45F995EBE952}" dt="2026-08-13T06:44:24.446" v="1604" actId="478"/>
          <ac:spMkLst>
            <pc:docMk/>
            <pc:sldMk cId="1958502258" sldId="350"/>
            <ac:spMk id="165" creationId="{92D33CE9-616A-13AC-38EF-F7EEAA16A1FC}"/>
          </ac:spMkLst>
        </pc:spChg>
        <pc:picChg chg="add mod">
          <ac:chgData name="SHAR Lwin Khin" userId="33cb3c8a-ae33-4f55-be34-306cbe5b6d67" providerId="ADAL" clId="{EC909A2D-78C2-525E-811C-45F995EBE952}" dt="2026-08-13T06:45:20.893" v="1623" actId="1076"/>
          <ac:picMkLst>
            <pc:docMk/>
            <pc:sldMk cId="1958502258" sldId="350"/>
            <ac:picMk id="6" creationId="{ADDEA84F-D19F-A3B7-EB74-9FAC577D4691}"/>
          </ac:picMkLst>
        </pc:picChg>
        <pc:picChg chg="add mod">
          <ac:chgData name="SHAR Lwin Khin" userId="33cb3c8a-ae33-4f55-be34-306cbe5b6d67" providerId="ADAL" clId="{EC909A2D-78C2-525E-811C-45F995EBE952}" dt="2026-08-13T06:45:18.371" v="1622" actId="1076"/>
          <ac:picMkLst>
            <pc:docMk/>
            <pc:sldMk cId="1958502258" sldId="350"/>
            <ac:picMk id="8" creationId="{B33396FB-BB42-F62B-9364-9E9C29FF44B6}"/>
          </ac:picMkLst>
        </pc:picChg>
        <pc:picChg chg="add mod">
          <ac:chgData name="SHAR Lwin Khin" userId="33cb3c8a-ae33-4f55-be34-306cbe5b6d67" providerId="ADAL" clId="{EC909A2D-78C2-525E-811C-45F995EBE952}" dt="2026-08-13T06:45:35.983" v="1630" actId="1076"/>
          <ac:picMkLst>
            <pc:docMk/>
            <pc:sldMk cId="1958502258" sldId="350"/>
            <ac:picMk id="10" creationId="{F279C2D3-F2F8-FDAA-1DED-B9FA7000AB04}"/>
          </ac:picMkLst>
        </pc:picChg>
      </pc:sldChg>
      <pc:sldChg chg="add">
        <pc:chgData name="SHAR Lwin Khin" userId="33cb3c8a-ae33-4f55-be34-306cbe5b6d67" providerId="ADAL" clId="{EC909A2D-78C2-525E-811C-45F995EBE952}" dt="2026-08-13T07:04:00.226" v="2016"/>
        <pc:sldMkLst>
          <pc:docMk/>
          <pc:sldMk cId="1210614400" sldId="351"/>
        </pc:sldMkLst>
      </pc:sldChg>
      <pc:sldChg chg="addSp modSp add del mod">
        <pc:chgData name="SHAR Lwin Khin" userId="33cb3c8a-ae33-4f55-be34-306cbe5b6d67" providerId="ADAL" clId="{EC909A2D-78C2-525E-811C-45F995EBE952}" dt="2026-08-13T07:02:44.808" v="2015" actId="2696"/>
        <pc:sldMkLst>
          <pc:docMk/>
          <pc:sldMk cId="1265832072" sldId="351"/>
        </pc:sldMkLst>
        <pc:spChg chg="mod">
          <ac:chgData name="SHAR Lwin Khin" userId="33cb3c8a-ae33-4f55-be34-306cbe5b6d67" providerId="ADAL" clId="{EC909A2D-78C2-525E-811C-45F995EBE952}" dt="2026-08-13T07:02:38.907" v="2014" actId="20577"/>
          <ac:spMkLst>
            <pc:docMk/>
            <pc:sldMk cId="1265832072" sldId="351"/>
            <ac:spMk id="2" creationId="{11D3BC20-F83A-9F14-6744-375E2A79C08B}"/>
          </ac:spMkLst>
        </pc:spChg>
        <pc:spChg chg="add mod">
          <ac:chgData name="SHAR Lwin Khin" userId="33cb3c8a-ae33-4f55-be34-306cbe5b6d67" providerId="ADAL" clId="{EC909A2D-78C2-525E-811C-45F995EBE952}" dt="2026-08-13T07:01:30.419" v="2006" actId="2711"/>
          <ac:spMkLst>
            <pc:docMk/>
            <pc:sldMk cId="1265832072" sldId="351"/>
            <ac:spMk id="3" creationId="{6A0EF3FF-4072-4A25-CF93-C9721376AA24}"/>
          </ac:spMkLst>
        </pc:spChg>
        <pc:spChg chg="mod">
          <ac:chgData name="SHAR Lwin Khin" userId="33cb3c8a-ae33-4f55-be34-306cbe5b6d67" providerId="ADAL" clId="{EC909A2D-78C2-525E-811C-45F995EBE952}" dt="2026-08-13T07:01:10.862" v="1952" actId="20577"/>
          <ac:spMkLst>
            <pc:docMk/>
            <pc:sldMk cId="1265832072" sldId="351"/>
            <ac:spMk id="147" creationId="{C0013917-890D-56DC-F890-422E73D78A42}"/>
          </ac:spMkLst>
        </pc:spChg>
        <pc:spChg chg="mod">
          <ac:chgData name="SHAR Lwin Khin" userId="33cb3c8a-ae33-4f55-be34-306cbe5b6d67" providerId="ADAL" clId="{EC909A2D-78C2-525E-811C-45F995EBE952}" dt="2026-08-13T06:57:28.238" v="1838" actId="20577"/>
          <ac:spMkLst>
            <pc:docMk/>
            <pc:sldMk cId="1265832072" sldId="351"/>
            <ac:spMk id="148" creationId="{0370081D-89E3-6148-98BD-D74070E31F6B}"/>
          </ac:spMkLst>
        </pc:spChg>
      </pc:sldChg>
    </pc:docChg>
  </pc:docChgLst>
  <pc:docChgLst>
    <pc:chgData name="SHAR Lwin Khin" userId="S::lkshar@smu.edu.sg::33cb3c8a-ae33-4f55-be34-306cbe5b6d67" providerId="AD" clId="Web-{3072A8FE-4A7A-29F8-6D09-CA5FF1E5FE15}"/>
    <pc:docChg chg="modSld">
      <pc:chgData name="SHAR Lwin Khin" userId="S::lkshar@smu.edu.sg::33cb3c8a-ae33-4f55-be34-306cbe5b6d67" providerId="AD" clId="Web-{3072A8FE-4A7A-29F8-6D09-CA5FF1E5FE15}" dt="2026-07-18T02:22:35.577" v="0" actId="20577"/>
      <pc:docMkLst>
        <pc:docMk/>
      </pc:docMkLst>
      <pc:sldChg chg="modSp">
        <pc:chgData name="SHAR Lwin Khin" userId="S::lkshar@smu.edu.sg::33cb3c8a-ae33-4f55-be34-306cbe5b6d67" providerId="AD" clId="Web-{3072A8FE-4A7A-29F8-6D09-CA5FF1E5FE15}" dt="2026-07-18T02:22:35.577" v="0" actId="20577"/>
        <pc:sldMkLst>
          <pc:docMk/>
          <pc:sldMk cId="0" sldId="256"/>
        </pc:sldMkLst>
        <pc:spChg chg="mod">
          <ac:chgData name="SHAR Lwin Khin" userId="S::lkshar@smu.edu.sg::33cb3c8a-ae33-4f55-be34-306cbe5b6d67" providerId="AD" clId="Web-{3072A8FE-4A7A-29F8-6D09-CA5FF1E5FE15}" dt="2026-07-18T02:22:35.577" v="0" actId="20577"/>
          <ac:spMkLst>
            <pc:docMk/>
            <pc:sldMk cId="0" sldId="256"/>
            <ac:spMk id="6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76849655-A000-871A-9C95-0C8C7BE81876}"/>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E214304E-7D6D-0606-319E-D33D439912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4:notes">
            <a:extLst>
              <a:ext uri="{FF2B5EF4-FFF2-40B4-BE49-F238E27FC236}">
                <a16:creationId xmlns:a16="http://schemas.microsoft.com/office/drawing/2014/main" id="{C3B90F1D-90A4-1C36-FC0A-B628AC7212C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45522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9748e87f77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22" name="Google Shape;222;g9748e87f77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9dd57aedc3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30" name="Google Shape;230;g9dd57aedc3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32200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DA7E2209-2AC5-58C2-46EB-3FA34D54E217}"/>
            </a:ext>
          </a:extLst>
        </p:cNvPr>
        <p:cNvGrpSpPr/>
        <p:nvPr/>
      </p:nvGrpSpPr>
      <p:grpSpPr>
        <a:xfrm>
          <a:off x="0" y="0"/>
          <a:ext cx="0" cy="0"/>
          <a:chOff x="0" y="0"/>
          <a:chExt cx="0" cy="0"/>
        </a:xfrm>
      </p:grpSpPr>
      <p:sp>
        <p:nvSpPr>
          <p:cNvPr id="229" name="Google Shape;229;g9dd57aedc3_0_154:notes">
            <a:extLst>
              <a:ext uri="{FF2B5EF4-FFF2-40B4-BE49-F238E27FC236}">
                <a16:creationId xmlns:a16="http://schemas.microsoft.com/office/drawing/2014/main" id="{E050F4CB-A9B7-4743-E891-FA754C5F5A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30" name="Google Shape;230;g9dd57aedc3_0_154:notes">
            <a:extLst>
              <a:ext uri="{FF2B5EF4-FFF2-40B4-BE49-F238E27FC236}">
                <a16:creationId xmlns:a16="http://schemas.microsoft.com/office/drawing/2014/main" id="{30C46744-192D-265C-5C18-7824A3724B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0412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7A176728-9A51-5FEA-7956-AEE8C3A51167}"/>
            </a:ext>
          </a:extLst>
        </p:cNvPr>
        <p:cNvGrpSpPr/>
        <p:nvPr/>
      </p:nvGrpSpPr>
      <p:grpSpPr>
        <a:xfrm>
          <a:off x="0" y="0"/>
          <a:ext cx="0" cy="0"/>
          <a:chOff x="0" y="0"/>
          <a:chExt cx="0" cy="0"/>
        </a:xfrm>
      </p:grpSpPr>
      <p:sp>
        <p:nvSpPr>
          <p:cNvPr id="144" name="Google Shape;144;g9dd57aedc3_0_96:notes">
            <a:extLst>
              <a:ext uri="{FF2B5EF4-FFF2-40B4-BE49-F238E27FC236}">
                <a16:creationId xmlns:a16="http://schemas.microsoft.com/office/drawing/2014/main" id="{465BDDAD-C6F5-B258-687C-9703081343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45" name="Google Shape;145;g9dd57aedc3_0_96:notes">
            <a:extLst>
              <a:ext uri="{FF2B5EF4-FFF2-40B4-BE49-F238E27FC236}">
                <a16:creationId xmlns:a16="http://schemas.microsoft.com/office/drawing/2014/main" id="{8AE0538E-939A-5AFE-3AA9-468332389E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32943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7A6BE994-D131-A3C5-D986-F0BB46A9D760}"/>
            </a:ext>
          </a:extLst>
        </p:cNvPr>
        <p:cNvGrpSpPr/>
        <p:nvPr/>
      </p:nvGrpSpPr>
      <p:grpSpPr>
        <a:xfrm>
          <a:off x="0" y="0"/>
          <a:ext cx="0" cy="0"/>
          <a:chOff x="0" y="0"/>
          <a:chExt cx="0" cy="0"/>
        </a:xfrm>
      </p:grpSpPr>
      <p:sp>
        <p:nvSpPr>
          <p:cNvPr id="144" name="Google Shape;144;g9dd57aedc3_0_96:notes">
            <a:extLst>
              <a:ext uri="{FF2B5EF4-FFF2-40B4-BE49-F238E27FC236}">
                <a16:creationId xmlns:a16="http://schemas.microsoft.com/office/drawing/2014/main" id="{A1E4503D-D42D-ADA9-23FB-D0FA4239C7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45" name="Google Shape;145;g9dd57aedc3_0_96:notes">
            <a:extLst>
              <a:ext uri="{FF2B5EF4-FFF2-40B4-BE49-F238E27FC236}">
                <a16:creationId xmlns:a16="http://schemas.microsoft.com/office/drawing/2014/main" id="{BCACD090-4573-ABB6-44FE-3E069879EE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83236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1A606F9E-3085-547A-95D6-188AFFD0757C}"/>
            </a:ext>
          </a:extLst>
        </p:cNvPr>
        <p:cNvGrpSpPr/>
        <p:nvPr/>
      </p:nvGrpSpPr>
      <p:grpSpPr>
        <a:xfrm>
          <a:off x="0" y="0"/>
          <a:ext cx="0" cy="0"/>
          <a:chOff x="0" y="0"/>
          <a:chExt cx="0" cy="0"/>
        </a:xfrm>
      </p:grpSpPr>
      <p:sp>
        <p:nvSpPr>
          <p:cNvPr id="144" name="Google Shape;144;g9dd57aedc3_0_96:notes">
            <a:extLst>
              <a:ext uri="{FF2B5EF4-FFF2-40B4-BE49-F238E27FC236}">
                <a16:creationId xmlns:a16="http://schemas.microsoft.com/office/drawing/2014/main" id="{A5684F0D-AD47-ACE5-A610-93BDF76B05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45" name="Google Shape;145;g9dd57aedc3_0_96:notes">
            <a:extLst>
              <a:ext uri="{FF2B5EF4-FFF2-40B4-BE49-F238E27FC236}">
                <a16:creationId xmlns:a16="http://schemas.microsoft.com/office/drawing/2014/main" id="{BC859379-A98C-D866-7F2A-DDDD5B15E9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918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F7AF9E68-40CB-DA3F-0906-91BA648FC2EE}"/>
            </a:ext>
          </a:extLst>
        </p:cNvPr>
        <p:cNvGrpSpPr/>
        <p:nvPr/>
      </p:nvGrpSpPr>
      <p:grpSpPr>
        <a:xfrm>
          <a:off x="0" y="0"/>
          <a:ext cx="0" cy="0"/>
          <a:chOff x="0" y="0"/>
          <a:chExt cx="0" cy="0"/>
        </a:xfrm>
      </p:grpSpPr>
      <p:sp>
        <p:nvSpPr>
          <p:cNvPr id="229" name="Google Shape;229;g9dd57aedc3_0_154:notes">
            <a:extLst>
              <a:ext uri="{FF2B5EF4-FFF2-40B4-BE49-F238E27FC236}">
                <a16:creationId xmlns:a16="http://schemas.microsoft.com/office/drawing/2014/main" id="{026D7CB1-67C2-A1DC-1CA4-9E4DBA385E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30" name="Google Shape;230;g9dd57aedc3_0_154:notes">
            <a:extLst>
              <a:ext uri="{FF2B5EF4-FFF2-40B4-BE49-F238E27FC236}">
                <a16:creationId xmlns:a16="http://schemas.microsoft.com/office/drawing/2014/main" id="{763AF667-F644-E4B0-1358-6640E47D57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00242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0C81F27D-1221-E84A-43BD-837238BF4B1B}"/>
            </a:ext>
          </a:extLst>
        </p:cNvPr>
        <p:cNvGrpSpPr/>
        <p:nvPr/>
      </p:nvGrpSpPr>
      <p:grpSpPr>
        <a:xfrm>
          <a:off x="0" y="0"/>
          <a:ext cx="0" cy="0"/>
          <a:chOff x="0" y="0"/>
          <a:chExt cx="0" cy="0"/>
        </a:xfrm>
      </p:grpSpPr>
      <p:sp>
        <p:nvSpPr>
          <p:cNvPr id="229" name="Google Shape;229;g9dd57aedc3_0_154:notes">
            <a:extLst>
              <a:ext uri="{FF2B5EF4-FFF2-40B4-BE49-F238E27FC236}">
                <a16:creationId xmlns:a16="http://schemas.microsoft.com/office/drawing/2014/main" id="{25226140-79FE-4062-C711-9201295788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30" name="Google Shape;230;g9dd57aedc3_0_154:notes">
            <a:extLst>
              <a:ext uri="{FF2B5EF4-FFF2-40B4-BE49-F238E27FC236}">
                <a16:creationId xmlns:a16="http://schemas.microsoft.com/office/drawing/2014/main" id="{0C2DB3A2-3D61-B97D-7BB8-17C38B7E45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59527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BE807B28-D4ED-47E9-2CA9-C9934ACA7E65}"/>
            </a:ext>
          </a:extLst>
        </p:cNvPr>
        <p:cNvGrpSpPr/>
        <p:nvPr/>
      </p:nvGrpSpPr>
      <p:grpSpPr>
        <a:xfrm>
          <a:off x="0" y="0"/>
          <a:ext cx="0" cy="0"/>
          <a:chOff x="0" y="0"/>
          <a:chExt cx="0" cy="0"/>
        </a:xfrm>
      </p:grpSpPr>
      <p:sp>
        <p:nvSpPr>
          <p:cNvPr id="229" name="Google Shape;229;g9dd57aedc3_0_154:notes">
            <a:extLst>
              <a:ext uri="{FF2B5EF4-FFF2-40B4-BE49-F238E27FC236}">
                <a16:creationId xmlns:a16="http://schemas.microsoft.com/office/drawing/2014/main" id="{9F9E0C2E-33D8-DF90-C3B0-1359BD2151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30" name="Google Shape;230;g9dd57aedc3_0_154:notes">
            <a:extLst>
              <a:ext uri="{FF2B5EF4-FFF2-40B4-BE49-F238E27FC236}">
                <a16:creationId xmlns:a16="http://schemas.microsoft.com/office/drawing/2014/main" id="{095E6080-53EA-8809-66F2-764A7714D5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20354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C34F249B-7B72-1B56-C8B4-1E7287547C31}"/>
            </a:ext>
          </a:extLst>
        </p:cNvPr>
        <p:cNvGrpSpPr/>
        <p:nvPr/>
      </p:nvGrpSpPr>
      <p:grpSpPr>
        <a:xfrm>
          <a:off x="0" y="0"/>
          <a:ext cx="0" cy="0"/>
          <a:chOff x="0" y="0"/>
          <a:chExt cx="0" cy="0"/>
        </a:xfrm>
      </p:grpSpPr>
      <p:sp>
        <p:nvSpPr>
          <p:cNvPr id="86" name="Google Shape;86;p5:notes">
            <a:extLst>
              <a:ext uri="{FF2B5EF4-FFF2-40B4-BE49-F238E27FC236}">
                <a16:creationId xmlns:a16="http://schemas.microsoft.com/office/drawing/2014/main" id="{D4342699-38C5-E577-456F-789260C08B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5:notes">
            <a:extLst>
              <a:ext uri="{FF2B5EF4-FFF2-40B4-BE49-F238E27FC236}">
                <a16:creationId xmlns:a16="http://schemas.microsoft.com/office/drawing/2014/main" id="{47B9D3E3-C7CE-B190-6FF3-1706CBC63C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876190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AB12DB0-ABC7-397F-2661-BF700C318714}"/>
            </a:ext>
          </a:extLst>
        </p:cNvPr>
        <p:cNvGrpSpPr/>
        <p:nvPr/>
      </p:nvGrpSpPr>
      <p:grpSpPr>
        <a:xfrm>
          <a:off x="0" y="0"/>
          <a:ext cx="0" cy="0"/>
          <a:chOff x="0" y="0"/>
          <a:chExt cx="0" cy="0"/>
        </a:xfrm>
      </p:grpSpPr>
      <p:sp>
        <p:nvSpPr>
          <p:cNvPr id="86" name="Google Shape;86;p5:notes">
            <a:extLst>
              <a:ext uri="{FF2B5EF4-FFF2-40B4-BE49-F238E27FC236}">
                <a16:creationId xmlns:a16="http://schemas.microsoft.com/office/drawing/2014/main" id="{8CE61914-9BAF-B162-7A5F-571F007E71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5:notes">
            <a:extLst>
              <a:ext uri="{FF2B5EF4-FFF2-40B4-BE49-F238E27FC236}">
                <a16:creationId xmlns:a16="http://schemas.microsoft.com/office/drawing/2014/main" id="{8D6CA1EE-390F-ED2B-D97B-3B084F8FDE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197950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68465C6A-7489-C516-99D6-A35A7766C8DC}"/>
            </a:ext>
          </a:extLst>
        </p:cNvPr>
        <p:cNvGrpSpPr/>
        <p:nvPr/>
      </p:nvGrpSpPr>
      <p:grpSpPr>
        <a:xfrm>
          <a:off x="0" y="0"/>
          <a:ext cx="0" cy="0"/>
          <a:chOff x="0" y="0"/>
          <a:chExt cx="0" cy="0"/>
        </a:xfrm>
      </p:grpSpPr>
      <p:sp>
        <p:nvSpPr>
          <p:cNvPr id="94" name="Google Shape;94;p6:notes">
            <a:extLst>
              <a:ext uri="{FF2B5EF4-FFF2-40B4-BE49-F238E27FC236}">
                <a16:creationId xmlns:a16="http://schemas.microsoft.com/office/drawing/2014/main" id="{1415FF47-B9A7-3E2B-7B3C-08E018A716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p6:notes">
            <a:extLst>
              <a:ext uri="{FF2B5EF4-FFF2-40B4-BE49-F238E27FC236}">
                <a16:creationId xmlns:a16="http://schemas.microsoft.com/office/drawing/2014/main" id="{B6E4B328-B63A-7272-7A89-00229FF4622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843933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303280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355802E2-C2C7-BFCB-B944-E9634274B115}"/>
            </a:ext>
          </a:extLst>
        </p:cNvPr>
        <p:cNvGrpSpPr/>
        <p:nvPr/>
      </p:nvGrpSpPr>
      <p:grpSpPr>
        <a:xfrm>
          <a:off x="0" y="0"/>
          <a:ext cx="0" cy="0"/>
          <a:chOff x="0" y="0"/>
          <a:chExt cx="0" cy="0"/>
        </a:xfrm>
      </p:grpSpPr>
      <p:sp>
        <p:nvSpPr>
          <p:cNvPr id="129" name="Google Shape;129;p11:notes">
            <a:extLst>
              <a:ext uri="{FF2B5EF4-FFF2-40B4-BE49-F238E27FC236}">
                <a16:creationId xmlns:a16="http://schemas.microsoft.com/office/drawing/2014/main" id="{826C17F7-5444-93F5-CF51-690D3074A5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11:notes">
            <a:extLst>
              <a:ext uri="{FF2B5EF4-FFF2-40B4-BE49-F238E27FC236}">
                <a16:creationId xmlns:a16="http://schemas.microsoft.com/office/drawing/2014/main" id="{0A658861-8BAF-6352-1746-EAB1938BA5F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959784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0E32D82A-82B7-7D3E-B9FB-E62ABAA8F871}"/>
            </a:ext>
          </a:extLst>
        </p:cNvPr>
        <p:cNvGrpSpPr/>
        <p:nvPr/>
      </p:nvGrpSpPr>
      <p:grpSpPr>
        <a:xfrm>
          <a:off x="0" y="0"/>
          <a:ext cx="0" cy="0"/>
          <a:chOff x="0" y="0"/>
          <a:chExt cx="0" cy="0"/>
        </a:xfrm>
      </p:grpSpPr>
      <p:sp>
        <p:nvSpPr>
          <p:cNvPr id="136" name="Google Shape;136;p12:notes">
            <a:extLst>
              <a:ext uri="{FF2B5EF4-FFF2-40B4-BE49-F238E27FC236}">
                <a16:creationId xmlns:a16="http://schemas.microsoft.com/office/drawing/2014/main" id="{9964F5DB-DEC5-8BE4-F189-7FC46CC3AD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p12:notes">
            <a:extLst>
              <a:ext uri="{FF2B5EF4-FFF2-40B4-BE49-F238E27FC236}">
                <a16:creationId xmlns:a16="http://schemas.microsoft.com/office/drawing/2014/main" id="{CB5B53CA-F1F7-5859-5F76-0F74615F899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502356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99AB79E8-854F-E55D-AC3E-4EA0318B4C16}"/>
            </a:ext>
          </a:extLst>
        </p:cNvPr>
        <p:cNvGrpSpPr/>
        <p:nvPr/>
      </p:nvGrpSpPr>
      <p:grpSpPr>
        <a:xfrm>
          <a:off x="0" y="0"/>
          <a:ext cx="0" cy="0"/>
          <a:chOff x="0" y="0"/>
          <a:chExt cx="0" cy="0"/>
        </a:xfrm>
      </p:grpSpPr>
      <p:sp>
        <p:nvSpPr>
          <p:cNvPr id="136" name="Google Shape;136;p12:notes">
            <a:extLst>
              <a:ext uri="{FF2B5EF4-FFF2-40B4-BE49-F238E27FC236}">
                <a16:creationId xmlns:a16="http://schemas.microsoft.com/office/drawing/2014/main" id="{8C35506F-EA48-61E1-5D78-2E6FBAE328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p12:notes">
            <a:extLst>
              <a:ext uri="{FF2B5EF4-FFF2-40B4-BE49-F238E27FC236}">
                <a16:creationId xmlns:a16="http://schemas.microsoft.com/office/drawing/2014/main" id="{FDA5428C-62A8-62EA-26E9-93F0BE495E4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718182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098D053D-0DA1-808F-AD3D-844A625B574A}"/>
            </a:ext>
          </a:extLst>
        </p:cNvPr>
        <p:cNvGrpSpPr/>
        <p:nvPr/>
      </p:nvGrpSpPr>
      <p:grpSpPr>
        <a:xfrm>
          <a:off x="0" y="0"/>
          <a:ext cx="0" cy="0"/>
          <a:chOff x="0" y="0"/>
          <a:chExt cx="0" cy="0"/>
        </a:xfrm>
      </p:grpSpPr>
      <p:sp>
        <p:nvSpPr>
          <p:cNvPr id="160" name="Google Shape;160;p15:notes">
            <a:extLst>
              <a:ext uri="{FF2B5EF4-FFF2-40B4-BE49-F238E27FC236}">
                <a16:creationId xmlns:a16="http://schemas.microsoft.com/office/drawing/2014/main" id="{7D719EB3-E7C1-DC7D-4C22-BEFD9035C8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5:notes">
            <a:extLst>
              <a:ext uri="{FF2B5EF4-FFF2-40B4-BE49-F238E27FC236}">
                <a16:creationId xmlns:a16="http://schemas.microsoft.com/office/drawing/2014/main" id="{801A8E56-171B-13D3-4C33-C652659EE2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Present a demo here.</a:t>
            </a:r>
            <a:endParaRPr/>
          </a:p>
        </p:txBody>
      </p:sp>
    </p:spTree>
    <p:extLst>
      <p:ext uri="{BB962C8B-B14F-4D97-AF65-F5344CB8AC3E}">
        <p14:creationId xmlns:p14="http://schemas.microsoft.com/office/powerpoint/2010/main" val="9576415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Present a demo here.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9E63D6DA-C0E3-D993-082D-836EAD324F98}"/>
            </a:ext>
          </a:extLst>
        </p:cNvPr>
        <p:cNvGrpSpPr/>
        <p:nvPr/>
      </p:nvGrpSpPr>
      <p:grpSpPr>
        <a:xfrm>
          <a:off x="0" y="0"/>
          <a:ext cx="0" cy="0"/>
          <a:chOff x="0" y="0"/>
          <a:chExt cx="0" cy="0"/>
        </a:xfrm>
      </p:grpSpPr>
      <p:sp>
        <p:nvSpPr>
          <p:cNvPr id="160" name="Google Shape;160;p15:notes">
            <a:extLst>
              <a:ext uri="{FF2B5EF4-FFF2-40B4-BE49-F238E27FC236}">
                <a16:creationId xmlns:a16="http://schemas.microsoft.com/office/drawing/2014/main" id="{AA238AE7-AAEC-69A8-F23F-9B89104C6B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5:notes">
            <a:extLst>
              <a:ext uri="{FF2B5EF4-FFF2-40B4-BE49-F238E27FC236}">
                <a16:creationId xmlns:a16="http://schemas.microsoft.com/office/drawing/2014/main" id="{1C8AE52A-FAA6-C0AD-E70E-B1CB6299548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Present a demo here.</a:t>
            </a:r>
            <a:endParaRPr/>
          </a:p>
        </p:txBody>
      </p:sp>
    </p:spTree>
    <p:extLst>
      <p:ext uri="{BB962C8B-B14F-4D97-AF65-F5344CB8AC3E}">
        <p14:creationId xmlns:p14="http://schemas.microsoft.com/office/powerpoint/2010/main" val="928535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3C5A872A-AAEF-A55C-7F38-37BA6E291397}"/>
            </a:ext>
          </a:extLst>
        </p:cNvPr>
        <p:cNvGrpSpPr/>
        <p:nvPr/>
      </p:nvGrpSpPr>
      <p:grpSpPr>
        <a:xfrm>
          <a:off x="0" y="0"/>
          <a:ext cx="0" cy="0"/>
          <a:chOff x="0" y="0"/>
          <a:chExt cx="0" cy="0"/>
        </a:xfrm>
      </p:grpSpPr>
      <p:sp>
        <p:nvSpPr>
          <p:cNvPr id="160" name="Google Shape;160;p15:notes">
            <a:extLst>
              <a:ext uri="{FF2B5EF4-FFF2-40B4-BE49-F238E27FC236}">
                <a16:creationId xmlns:a16="http://schemas.microsoft.com/office/drawing/2014/main" id="{B156E0E4-6B1E-FF8E-0C0F-9800A9FE24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5:notes">
            <a:extLst>
              <a:ext uri="{FF2B5EF4-FFF2-40B4-BE49-F238E27FC236}">
                <a16:creationId xmlns:a16="http://schemas.microsoft.com/office/drawing/2014/main" id="{18D9044C-DED9-0D52-74D0-43CBC07730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Present a demo here.</a:t>
            </a:r>
            <a:endParaRPr/>
          </a:p>
        </p:txBody>
      </p:sp>
    </p:spTree>
    <p:extLst>
      <p:ext uri="{BB962C8B-B14F-4D97-AF65-F5344CB8AC3E}">
        <p14:creationId xmlns:p14="http://schemas.microsoft.com/office/powerpoint/2010/main" val="23925360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9ee9a822e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9ee9a822e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BC6498A4-67FF-0BE4-45F5-61C497BACD52}"/>
            </a:ext>
          </a:extLst>
        </p:cNvPr>
        <p:cNvGrpSpPr/>
        <p:nvPr/>
      </p:nvGrpSpPr>
      <p:grpSpPr>
        <a:xfrm>
          <a:off x="0" y="0"/>
          <a:ext cx="0" cy="0"/>
          <a:chOff x="0" y="0"/>
          <a:chExt cx="0" cy="0"/>
        </a:xfrm>
      </p:grpSpPr>
      <p:sp>
        <p:nvSpPr>
          <p:cNvPr id="129" name="Google Shape;129;p11:notes">
            <a:extLst>
              <a:ext uri="{FF2B5EF4-FFF2-40B4-BE49-F238E27FC236}">
                <a16:creationId xmlns:a16="http://schemas.microsoft.com/office/drawing/2014/main" id="{B50AD65D-DDEA-166B-E588-8870E59543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11:notes">
            <a:extLst>
              <a:ext uri="{FF2B5EF4-FFF2-40B4-BE49-F238E27FC236}">
                <a16:creationId xmlns:a16="http://schemas.microsoft.com/office/drawing/2014/main" id="{23FF3D01-52A9-A130-FD4F-136419F9B6F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825567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3C8E6C65-95DD-FC30-E9BA-438AA4F3705E}"/>
            </a:ext>
          </a:extLst>
        </p:cNvPr>
        <p:cNvGrpSpPr/>
        <p:nvPr/>
      </p:nvGrpSpPr>
      <p:grpSpPr>
        <a:xfrm>
          <a:off x="0" y="0"/>
          <a:ext cx="0" cy="0"/>
          <a:chOff x="0" y="0"/>
          <a:chExt cx="0" cy="0"/>
        </a:xfrm>
      </p:grpSpPr>
      <p:sp>
        <p:nvSpPr>
          <p:cNvPr id="129" name="Google Shape;129;p11:notes">
            <a:extLst>
              <a:ext uri="{FF2B5EF4-FFF2-40B4-BE49-F238E27FC236}">
                <a16:creationId xmlns:a16="http://schemas.microsoft.com/office/drawing/2014/main" id="{13E9AD7F-181A-A02B-A5AE-1F0D52030D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11:notes">
            <a:extLst>
              <a:ext uri="{FF2B5EF4-FFF2-40B4-BE49-F238E27FC236}">
                <a16:creationId xmlns:a16="http://schemas.microsoft.com/office/drawing/2014/main" id="{BB5DFB8D-1DCD-BF5B-2F71-DA0721BF36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486292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2361B339-EB7E-1D26-CB98-7FDAE71309F3}"/>
            </a:ext>
          </a:extLst>
        </p:cNvPr>
        <p:cNvGrpSpPr/>
        <p:nvPr/>
      </p:nvGrpSpPr>
      <p:grpSpPr>
        <a:xfrm>
          <a:off x="0" y="0"/>
          <a:ext cx="0" cy="0"/>
          <a:chOff x="0" y="0"/>
          <a:chExt cx="0" cy="0"/>
        </a:xfrm>
      </p:grpSpPr>
      <p:sp>
        <p:nvSpPr>
          <p:cNvPr id="160" name="Google Shape;160;p15:notes">
            <a:extLst>
              <a:ext uri="{FF2B5EF4-FFF2-40B4-BE49-F238E27FC236}">
                <a16:creationId xmlns:a16="http://schemas.microsoft.com/office/drawing/2014/main" id="{9C173438-3AC6-2352-D37E-D7AAFB2846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5:notes">
            <a:extLst>
              <a:ext uri="{FF2B5EF4-FFF2-40B4-BE49-F238E27FC236}">
                <a16:creationId xmlns:a16="http://schemas.microsoft.com/office/drawing/2014/main" id="{A591EBD7-5E1B-7E68-B289-DFA41839121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Present a demo here.</a:t>
            </a:r>
            <a:endParaRPr/>
          </a:p>
        </p:txBody>
      </p:sp>
    </p:spTree>
    <p:extLst>
      <p:ext uri="{BB962C8B-B14F-4D97-AF65-F5344CB8AC3E}">
        <p14:creationId xmlns:p14="http://schemas.microsoft.com/office/powerpoint/2010/main" val="39270332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DBE5D001-C42E-09BF-E6BB-5A55918B5042}"/>
            </a:ext>
          </a:extLst>
        </p:cNvPr>
        <p:cNvGrpSpPr/>
        <p:nvPr/>
      </p:nvGrpSpPr>
      <p:grpSpPr>
        <a:xfrm>
          <a:off x="0" y="0"/>
          <a:ext cx="0" cy="0"/>
          <a:chOff x="0" y="0"/>
          <a:chExt cx="0" cy="0"/>
        </a:xfrm>
      </p:grpSpPr>
      <p:sp>
        <p:nvSpPr>
          <p:cNvPr id="160" name="Google Shape;160;p15:notes">
            <a:extLst>
              <a:ext uri="{FF2B5EF4-FFF2-40B4-BE49-F238E27FC236}">
                <a16:creationId xmlns:a16="http://schemas.microsoft.com/office/drawing/2014/main" id="{AC6BB4AE-15D9-34FC-45AC-7E742B2D2A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5:notes">
            <a:extLst>
              <a:ext uri="{FF2B5EF4-FFF2-40B4-BE49-F238E27FC236}">
                <a16:creationId xmlns:a16="http://schemas.microsoft.com/office/drawing/2014/main" id="{BDF3BA10-3B82-DCE7-DF1F-78783A06AC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Present a demo here.</a:t>
            </a:r>
            <a:endParaRPr/>
          </a:p>
        </p:txBody>
      </p:sp>
    </p:spTree>
    <p:extLst>
      <p:ext uri="{BB962C8B-B14F-4D97-AF65-F5344CB8AC3E}">
        <p14:creationId xmlns:p14="http://schemas.microsoft.com/office/powerpoint/2010/main" val="16273127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B4A0BAB5-EE27-57E6-8D8D-CAE0ECFB8A57}"/>
            </a:ext>
          </a:extLst>
        </p:cNvPr>
        <p:cNvGrpSpPr/>
        <p:nvPr/>
      </p:nvGrpSpPr>
      <p:grpSpPr>
        <a:xfrm>
          <a:off x="0" y="0"/>
          <a:ext cx="0" cy="0"/>
          <a:chOff x="0" y="0"/>
          <a:chExt cx="0" cy="0"/>
        </a:xfrm>
      </p:grpSpPr>
      <p:sp>
        <p:nvSpPr>
          <p:cNvPr id="160" name="Google Shape;160;p15:notes">
            <a:extLst>
              <a:ext uri="{FF2B5EF4-FFF2-40B4-BE49-F238E27FC236}">
                <a16:creationId xmlns:a16="http://schemas.microsoft.com/office/drawing/2014/main" id="{DE1BCE22-AFF6-4412-39BE-F40534D843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5:notes">
            <a:extLst>
              <a:ext uri="{FF2B5EF4-FFF2-40B4-BE49-F238E27FC236}">
                <a16:creationId xmlns:a16="http://schemas.microsoft.com/office/drawing/2014/main" id="{6E0A07BE-126C-6489-5E2E-BC9633615D0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Present a demo here.</a:t>
            </a:r>
            <a:endParaRPr/>
          </a:p>
        </p:txBody>
      </p:sp>
    </p:spTree>
    <p:extLst>
      <p:ext uri="{BB962C8B-B14F-4D97-AF65-F5344CB8AC3E}">
        <p14:creationId xmlns:p14="http://schemas.microsoft.com/office/powerpoint/2010/main" val="14642544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ED684E3B-A149-D321-154F-0D54AAB6C98E}"/>
            </a:ext>
          </a:extLst>
        </p:cNvPr>
        <p:cNvGrpSpPr/>
        <p:nvPr/>
      </p:nvGrpSpPr>
      <p:grpSpPr>
        <a:xfrm>
          <a:off x="0" y="0"/>
          <a:ext cx="0" cy="0"/>
          <a:chOff x="0" y="0"/>
          <a:chExt cx="0" cy="0"/>
        </a:xfrm>
      </p:grpSpPr>
      <p:sp>
        <p:nvSpPr>
          <p:cNvPr id="160" name="Google Shape;160;p15:notes">
            <a:extLst>
              <a:ext uri="{FF2B5EF4-FFF2-40B4-BE49-F238E27FC236}">
                <a16:creationId xmlns:a16="http://schemas.microsoft.com/office/drawing/2014/main" id="{09235100-AAAA-5C8D-312A-2C8252276F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5:notes">
            <a:extLst>
              <a:ext uri="{FF2B5EF4-FFF2-40B4-BE49-F238E27FC236}">
                <a16:creationId xmlns:a16="http://schemas.microsoft.com/office/drawing/2014/main" id="{AF47D088-CBDD-0DEE-0CEE-FCF998B1C7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Present a demo here.</a:t>
            </a:r>
            <a:endParaRPr/>
          </a:p>
        </p:txBody>
      </p:sp>
    </p:spTree>
    <p:extLst>
      <p:ext uri="{BB962C8B-B14F-4D97-AF65-F5344CB8AC3E}">
        <p14:creationId xmlns:p14="http://schemas.microsoft.com/office/powerpoint/2010/main" val="11339831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40F1A795-E6E8-38C8-ABA7-CD9C385ABE1F}"/>
            </a:ext>
          </a:extLst>
        </p:cNvPr>
        <p:cNvGrpSpPr/>
        <p:nvPr/>
      </p:nvGrpSpPr>
      <p:grpSpPr>
        <a:xfrm>
          <a:off x="0" y="0"/>
          <a:ext cx="0" cy="0"/>
          <a:chOff x="0" y="0"/>
          <a:chExt cx="0" cy="0"/>
        </a:xfrm>
      </p:grpSpPr>
      <p:sp>
        <p:nvSpPr>
          <p:cNvPr id="160" name="Google Shape;160;p15:notes">
            <a:extLst>
              <a:ext uri="{FF2B5EF4-FFF2-40B4-BE49-F238E27FC236}">
                <a16:creationId xmlns:a16="http://schemas.microsoft.com/office/drawing/2014/main" id="{0B32721A-D496-28A0-9E97-4546D0C900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5:notes">
            <a:extLst>
              <a:ext uri="{FF2B5EF4-FFF2-40B4-BE49-F238E27FC236}">
                <a16:creationId xmlns:a16="http://schemas.microsoft.com/office/drawing/2014/main" id="{B4B2EF95-ED77-EC64-887D-B79910B9834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Present a demo here.</a:t>
            </a:r>
            <a:endParaRPr/>
          </a:p>
        </p:txBody>
      </p:sp>
    </p:spTree>
    <p:extLst>
      <p:ext uri="{BB962C8B-B14F-4D97-AF65-F5344CB8AC3E}">
        <p14:creationId xmlns:p14="http://schemas.microsoft.com/office/powerpoint/2010/main" val="41850646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3F5AD5F1-CDF2-7AEF-CBEC-AC471073281E}"/>
            </a:ext>
          </a:extLst>
        </p:cNvPr>
        <p:cNvGrpSpPr/>
        <p:nvPr/>
      </p:nvGrpSpPr>
      <p:grpSpPr>
        <a:xfrm>
          <a:off x="0" y="0"/>
          <a:ext cx="0" cy="0"/>
          <a:chOff x="0" y="0"/>
          <a:chExt cx="0" cy="0"/>
        </a:xfrm>
      </p:grpSpPr>
      <p:sp>
        <p:nvSpPr>
          <p:cNvPr id="167" name="Google Shape;167;p16:notes">
            <a:extLst>
              <a:ext uri="{FF2B5EF4-FFF2-40B4-BE49-F238E27FC236}">
                <a16:creationId xmlns:a16="http://schemas.microsoft.com/office/drawing/2014/main" id="{841730A9-4F9A-6E91-622D-3060835003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16:notes">
            <a:extLst>
              <a:ext uri="{FF2B5EF4-FFF2-40B4-BE49-F238E27FC236}">
                <a16:creationId xmlns:a16="http://schemas.microsoft.com/office/drawing/2014/main" id="{9EADC93C-AF2E-0C30-8509-FF2E157860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167323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9322591E-48E5-848A-2E88-7EDA97869B7F}"/>
            </a:ext>
          </a:extLst>
        </p:cNvPr>
        <p:cNvGrpSpPr/>
        <p:nvPr/>
      </p:nvGrpSpPr>
      <p:grpSpPr>
        <a:xfrm>
          <a:off x="0" y="0"/>
          <a:ext cx="0" cy="0"/>
          <a:chOff x="0" y="0"/>
          <a:chExt cx="0" cy="0"/>
        </a:xfrm>
      </p:grpSpPr>
      <p:sp>
        <p:nvSpPr>
          <p:cNvPr id="167" name="Google Shape;167;p16:notes">
            <a:extLst>
              <a:ext uri="{FF2B5EF4-FFF2-40B4-BE49-F238E27FC236}">
                <a16:creationId xmlns:a16="http://schemas.microsoft.com/office/drawing/2014/main" id="{8AF7D59B-1C14-475D-35A7-138C2FE42A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16:notes">
            <a:extLst>
              <a:ext uri="{FF2B5EF4-FFF2-40B4-BE49-F238E27FC236}">
                <a16:creationId xmlns:a16="http://schemas.microsoft.com/office/drawing/2014/main" id="{F6655CD6-AC0A-24A3-1FDF-5D39EB0105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324518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269A4B0D-9036-2BED-34CC-1BA8A6F50BA0}"/>
            </a:ext>
          </a:extLst>
        </p:cNvPr>
        <p:cNvGrpSpPr/>
        <p:nvPr/>
      </p:nvGrpSpPr>
      <p:grpSpPr>
        <a:xfrm>
          <a:off x="0" y="0"/>
          <a:ext cx="0" cy="0"/>
          <a:chOff x="0" y="0"/>
          <a:chExt cx="0" cy="0"/>
        </a:xfrm>
      </p:grpSpPr>
      <p:sp>
        <p:nvSpPr>
          <p:cNvPr id="167" name="Google Shape;167;p16:notes">
            <a:extLst>
              <a:ext uri="{FF2B5EF4-FFF2-40B4-BE49-F238E27FC236}">
                <a16:creationId xmlns:a16="http://schemas.microsoft.com/office/drawing/2014/main" id="{62B00400-2173-FB48-9868-B5A6D7B7BA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16:notes">
            <a:extLst>
              <a:ext uri="{FF2B5EF4-FFF2-40B4-BE49-F238E27FC236}">
                <a16:creationId xmlns:a16="http://schemas.microsoft.com/office/drawing/2014/main" id="{5AD7719F-5058-E387-7804-40BDBE2124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436258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8FE41F8C-DD4B-B340-45F2-4D1E230395E4}"/>
            </a:ext>
          </a:extLst>
        </p:cNvPr>
        <p:cNvGrpSpPr/>
        <p:nvPr/>
      </p:nvGrpSpPr>
      <p:grpSpPr>
        <a:xfrm>
          <a:off x="0" y="0"/>
          <a:ext cx="0" cy="0"/>
          <a:chOff x="0" y="0"/>
          <a:chExt cx="0" cy="0"/>
        </a:xfrm>
      </p:grpSpPr>
      <p:sp>
        <p:nvSpPr>
          <p:cNvPr id="160" name="Google Shape;160;p15:notes">
            <a:extLst>
              <a:ext uri="{FF2B5EF4-FFF2-40B4-BE49-F238E27FC236}">
                <a16:creationId xmlns:a16="http://schemas.microsoft.com/office/drawing/2014/main" id="{9540018F-59D9-9EEC-EFD1-B37704FEB9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5:notes">
            <a:extLst>
              <a:ext uri="{FF2B5EF4-FFF2-40B4-BE49-F238E27FC236}">
                <a16:creationId xmlns:a16="http://schemas.microsoft.com/office/drawing/2014/main" id="{644FF63E-D10C-2FEB-981D-35FA2833BC7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Present a demo here.</a:t>
            </a:r>
            <a:endParaRPr/>
          </a:p>
        </p:txBody>
      </p:sp>
    </p:spTree>
    <p:extLst>
      <p:ext uri="{BB962C8B-B14F-4D97-AF65-F5344CB8AC3E}">
        <p14:creationId xmlns:p14="http://schemas.microsoft.com/office/powerpoint/2010/main" val="11087270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8"/>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SG"/>
          </a:p>
        </p:txBody>
      </p:sp>
      <p:sp>
        <p:nvSpPr>
          <p:cNvPr id="12" name="Google Shape;12;p28"/>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SG"/>
          </a:p>
        </p:txBody>
      </p:sp>
      <p:sp>
        <p:nvSpPr>
          <p:cNvPr id="13" name="Google Shape;13;p28"/>
          <p:cNvSpPr txBox="1">
            <a:spLocks noGrp="1"/>
          </p:cNvSpPr>
          <p:nvPr>
            <p:ph type="ctrTitle"/>
          </p:nvPr>
        </p:nvSpPr>
        <p:spPr>
          <a:xfrm>
            <a:off x="3044700" y="1444255"/>
            <a:ext cx="3054600" cy="1537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000"/>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14" name="Google Shape;14;p28"/>
          <p:cNvSpPr txBox="1">
            <a:spLocks noGrp="1"/>
          </p:cNvSpPr>
          <p:nvPr>
            <p:ph type="subTitle" idx="1"/>
          </p:nvPr>
        </p:nvSpPr>
        <p:spPr>
          <a:xfrm>
            <a:off x="3044700" y="3116580"/>
            <a:ext cx="3054600" cy="701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Arial"/>
              <a:buNone/>
              <a:defRPr sz="2100">
                <a:latin typeface="Arial"/>
                <a:ea typeface="Arial"/>
                <a:cs typeface="Arial"/>
                <a:sym typeface="Arial"/>
              </a:defRPr>
            </a:lvl1pPr>
            <a:lvl2pPr lvl="1" algn="ctr">
              <a:lnSpc>
                <a:spcPct val="100000"/>
              </a:lnSpc>
              <a:spcBef>
                <a:spcPts val="0"/>
              </a:spcBef>
              <a:spcAft>
                <a:spcPts val="0"/>
              </a:spcAft>
              <a:buSzPts val="2100"/>
              <a:buFont typeface="Arial"/>
              <a:buNone/>
              <a:defRPr sz="2100">
                <a:latin typeface="Arial"/>
                <a:ea typeface="Arial"/>
                <a:cs typeface="Arial"/>
                <a:sym typeface="Arial"/>
              </a:defRPr>
            </a:lvl2pPr>
            <a:lvl3pPr lvl="2" algn="ctr">
              <a:lnSpc>
                <a:spcPct val="100000"/>
              </a:lnSpc>
              <a:spcBef>
                <a:spcPts val="0"/>
              </a:spcBef>
              <a:spcAft>
                <a:spcPts val="0"/>
              </a:spcAft>
              <a:buSzPts val="2100"/>
              <a:buFont typeface="Arial"/>
              <a:buNone/>
              <a:defRPr sz="2100">
                <a:latin typeface="Arial"/>
                <a:ea typeface="Arial"/>
                <a:cs typeface="Arial"/>
                <a:sym typeface="Arial"/>
              </a:defRPr>
            </a:lvl3pPr>
            <a:lvl4pPr lvl="3" algn="ctr">
              <a:lnSpc>
                <a:spcPct val="100000"/>
              </a:lnSpc>
              <a:spcBef>
                <a:spcPts val="0"/>
              </a:spcBef>
              <a:spcAft>
                <a:spcPts val="0"/>
              </a:spcAft>
              <a:buSzPts val="2100"/>
              <a:buFont typeface="Arial"/>
              <a:buNone/>
              <a:defRPr sz="2100">
                <a:latin typeface="Arial"/>
                <a:ea typeface="Arial"/>
                <a:cs typeface="Arial"/>
                <a:sym typeface="Arial"/>
              </a:defRPr>
            </a:lvl4pPr>
            <a:lvl5pPr lvl="4" algn="ctr">
              <a:lnSpc>
                <a:spcPct val="100000"/>
              </a:lnSpc>
              <a:spcBef>
                <a:spcPts val="0"/>
              </a:spcBef>
              <a:spcAft>
                <a:spcPts val="0"/>
              </a:spcAft>
              <a:buSzPts val="2100"/>
              <a:buFont typeface="Arial"/>
              <a:buNone/>
              <a:defRPr sz="2100">
                <a:latin typeface="Arial"/>
                <a:ea typeface="Arial"/>
                <a:cs typeface="Arial"/>
                <a:sym typeface="Arial"/>
              </a:defRPr>
            </a:lvl5pPr>
            <a:lvl6pPr lvl="5" algn="ctr">
              <a:lnSpc>
                <a:spcPct val="100000"/>
              </a:lnSpc>
              <a:spcBef>
                <a:spcPts val="0"/>
              </a:spcBef>
              <a:spcAft>
                <a:spcPts val="0"/>
              </a:spcAft>
              <a:buSzPts val="2100"/>
              <a:buFont typeface="Arial"/>
              <a:buNone/>
              <a:defRPr sz="2100">
                <a:latin typeface="Arial"/>
                <a:ea typeface="Arial"/>
                <a:cs typeface="Arial"/>
                <a:sym typeface="Arial"/>
              </a:defRPr>
            </a:lvl6pPr>
            <a:lvl7pPr lvl="6" algn="ctr">
              <a:lnSpc>
                <a:spcPct val="100000"/>
              </a:lnSpc>
              <a:spcBef>
                <a:spcPts val="0"/>
              </a:spcBef>
              <a:spcAft>
                <a:spcPts val="0"/>
              </a:spcAft>
              <a:buSzPts val="2100"/>
              <a:buFont typeface="Arial"/>
              <a:buNone/>
              <a:defRPr sz="2100">
                <a:latin typeface="Arial"/>
                <a:ea typeface="Arial"/>
                <a:cs typeface="Arial"/>
                <a:sym typeface="Arial"/>
              </a:defRPr>
            </a:lvl7pPr>
            <a:lvl8pPr lvl="7" algn="ctr">
              <a:lnSpc>
                <a:spcPct val="100000"/>
              </a:lnSpc>
              <a:spcBef>
                <a:spcPts val="0"/>
              </a:spcBef>
              <a:spcAft>
                <a:spcPts val="0"/>
              </a:spcAft>
              <a:buSzPts val="2100"/>
              <a:buFont typeface="Arial"/>
              <a:buNone/>
              <a:defRPr sz="2100">
                <a:latin typeface="Arial"/>
                <a:ea typeface="Arial"/>
                <a:cs typeface="Arial"/>
                <a:sym typeface="Arial"/>
              </a:defRPr>
            </a:lvl8pPr>
            <a:lvl9pPr lvl="8" algn="ctr">
              <a:lnSpc>
                <a:spcPct val="100000"/>
              </a:lnSpc>
              <a:spcBef>
                <a:spcPts val="0"/>
              </a:spcBef>
              <a:spcAft>
                <a:spcPts val="0"/>
              </a:spcAft>
              <a:buSzPts val="2100"/>
              <a:buFont typeface="Arial"/>
              <a:buNone/>
              <a:defRPr sz="2100">
                <a:latin typeface="Arial"/>
                <a:ea typeface="Arial"/>
                <a:cs typeface="Arial"/>
                <a:sym typeface="Arial"/>
              </a:defRPr>
            </a:lvl9pPr>
          </a:lstStyle>
          <a:p>
            <a:endParaRPr/>
          </a:p>
        </p:txBody>
      </p:sp>
      <p:sp>
        <p:nvSpPr>
          <p:cNvPr id="15" name="Google Shape;15;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
        <p:cNvGrpSpPr/>
        <p:nvPr/>
      </p:nvGrpSpPr>
      <p:grpSpPr>
        <a:xfrm>
          <a:off x="0" y="0"/>
          <a:ext cx="0" cy="0"/>
          <a:chOff x="0" y="0"/>
          <a:chExt cx="0" cy="0"/>
        </a:xfrm>
      </p:grpSpPr>
      <p:sp>
        <p:nvSpPr>
          <p:cNvPr id="17" name="Google Shape;17;p2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18" name="Google Shape;18;p29"/>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9" name="Google Shape;19;p29"/>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0" name="Google Shape;20;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p30"/>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24" name="Google Shape;24;p30"/>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5" name="Google Shape;25;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sp>
        <p:nvSpPr>
          <p:cNvPr id="35" name="Google Shape;35;p3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6" name="Google Shape;36;p33"/>
          <p:cNvSpPr txBox="1">
            <a:spLocks noGrp="1"/>
          </p:cNvSpPr>
          <p:nvPr>
            <p:ph type="body" idx="1"/>
          </p:nvPr>
        </p:nvSpPr>
        <p:spPr>
          <a:xfrm>
            <a:off x="311700" y="1399400"/>
            <a:ext cx="2808000" cy="27849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7" name="Google Shape;37;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8"/>
        <p:cNvGrpSpPr/>
        <p:nvPr/>
      </p:nvGrpSpPr>
      <p:grpSpPr>
        <a:xfrm>
          <a:off x="0" y="0"/>
          <a:ext cx="0" cy="0"/>
          <a:chOff x="0" y="0"/>
          <a:chExt cx="0" cy="0"/>
        </a:xfrm>
      </p:grpSpPr>
      <p:sp>
        <p:nvSpPr>
          <p:cNvPr id="39" name="Google Shape;39;p3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34"/>
          <p:cNvSpPr txBox="1">
            <a:spLocks noGrp="1"/>
          </p:cNvSpPr>
          <p:nvPr>
            <p:ph type="title"/>
          </p:nvPr>
        </p:nvSpPr>
        <p:spPr>
          <a:xfrm>
            <a:off x="490250" y="450150"/>
            <a:ext cx="5878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1" name="Google Shape;41;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35"/>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4" name="Google Shape;44;p35"/>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5" name="Google Shape;45;p35"/>
          <p:cNvSpPr txBox="1">
            <a:spLocks noGrp="1"/>
          </p:cNvSpPr>
          <p:nvPr>
            <p:ph type="title"/>
          </p:nvPr>
        </p:nvSpPr>
        <p:spPr>
          <a:xfrm>
            <a:off x="265500" y="929275"/>
            <a:ext cx="4045200" cy="1786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a:endParaRPr/>
          </a:p>
        </p:txBody>
      </p:sp>
      <p:sp>
        <p:nvSpPr>
          <p:cNvPr id="46" name="Google Shape;46;p35"/>
          <p:cNvSpPr txBox="1">
            <a:spLocks noGrp="1"/>
          </p:cNvSpPr>
          <p:nvPr>
            <p:ph type="subTitle" idx="1"/>
          </p:nvPr>
        </p:nvSpPr>
        <p:spPr>
          <a:xfrm>
            <a:off x="265500" y="2769001"/>
            <a:ext cx="4045200" cy="1574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Arial"/>
              <a:buNone/>
              <a:defRPr sz="2400">
                <a:latin typeface="Arial"/>
                <a:ea typeface="Arial"/>
                <a:cs typeface="Arial"/>
                <a:sym typeface="Arial"/>
              </a:defRPr>
            </a:lvl1pPr>
            <a:lvl2pPr lvl="1" algn="ctr">
              <a:lnSpc>
                <a:spcPct val="100000"/>
              </a:lnSpc>
              <a:spcBef>
                <a:spcPts val="0"/>
              </a:spcBef>
              <a:spcAft>
                <a:spcPts val="0"/>
              </a:spcAft>
              <a:buSzPts val="2400"/>
              <a:buFont typeface="Arial"/>
              <a:buNone/>
              <a:defRPr sz="2400">
                <a:latin typeface="Arial"/>
                <a:ea typeface="Arial"/>
                <a:cs typeface="Arial"/>
                <a:sym typeface="Arial"/>
              </a:defRPr>
            </a:lvl2pPr>
            <a:lvl3pPr lvl="2" algn="ctr">
              <a:lnSpc>
                <a:spcPct val="100000"/>
              </a:lnSpc>
              <a:spcBef>
                <a:spcPts val="0"/>
              </a:spcBef>
              <a:spcAft>
                <a:spcPts val="0"/>
              </a:spcAft>
              <a:buSzPts val="2400"/>
              <a:buFont typeface="Arial"/>
              <a:buNone/>
              <a:defRPr sz="2400">
                <a:latin typeface="Arial"/>
                <a:ea typeface="Arial"/>
                <a:cs typeface="Arial"/>
                <a:sym typeface="Arial"/>
              </a:defRPr>
            </a:lvl3pPr>
            <a:lvl4pPr lvl="3" algn="ctr">
              <a:lnSpc>
                <a:spcPct val="100000"/>
              </a:lnSpc>
              <a:spcBef>
                <a:spcPts val="0"/>
              </a:spcBef>
              <a:spcAft>
                <a:spcPts val="0"/>
              </a:spcAft>
              <a:buSzPts val="2400"/>
              <a:buFont typeface="Arial"/>
              <a:buNone/>
              <a:defRPr sz="2400">
                <a:latin typeface="Arial"/>
                <a:ea typeface="Arial"/>
                <a:cs typeface="Arial"/>
                <a:sym typeface="Arial"/>
              </a:defRPr>
            </a:lvl4pPr>
            <a:lvl5pPr lvl="4" algn="ctr">
              <a:lnSpc>
                <a:spcPct val="100000"/>
              </a:lnSpc>
              <a:spcBef>
                <a:spcPts val="0"/>
              </a:spcBef>
              <a:spcAft>
                <a:spcPts val="0"/>
              </a:spcAft>
              <a:buSzPts val="2400"/>
              <a:buFont typeface="Arial"/>
              <a:buNone/>
              <a:defRPr sz="2400">
                <a:latin typeface="Arial"/>
                <a:ea typeface="Arial"/>
                <a:cs typeface="Arial"/>
                <a:sym typeface="Arial"/>
              </a:defRPr>
            </a:lvl5pPr>
            <a:lvl6pPr lvl="5" algn="ctr">
              <a:lnSpc>
                <a:spcPct val="100000"/>
              </a:lnSpc>
              <a:spcBef>
                <a:spcPts val="0"/>
              </a:spcBef>
              <a:spcAft>
                <a:spcPts val="0"/>
              </a:spcAft>
              <a:buSzPts val="2400"/>
              <a:buFont typeface="Arial"/>
              <a:buNone/>
              <a:defRPr sz="2400">
                <a:latin typeface="Arial"/>
                <a:ea typeface="Arial"/>
                <a:cs typeface="Arial"/>
                <a:sym typeface="Arial"/>
              </a:defRPr>
            </a:lvl6pPr>
            <a:lvl7pPr lvl="6" algn="ctr">
              <a:lnSpc>
                <a:spcPct val="100000"/>
              </a:lnSpc>
              <a:spcBef>
                <a:spcPts val="0"/>
              </a:spcBef>
              <a:spcAft>
                <a:spcPts val="0"/>
              </a:spcAft>
              <a:buSzPts val="2400"/>
              <a:buFont typeface="Arial"/>
              <a:buNone/>
              <a:defRPr sz="2400">
                <a:latin typeface="Arial"/>
                <a:ea typeface="Arial"/>
                <a:cs typeface="Arial"/>
                <a:sym typeface="Arial"/>
              </a:defRPr>
            </a:lvl7pPr>
            <a:lvl8pPr lvl="7" algn="ctr">
              <a:lnSpc>
                <a:spcPct val="100000"/>
              </a:lnSpc>
              <a:spcBef>
                <a:spcPts val="0"/>
              </a:spcBef>
              <a:spcAft>
                <a:spcPts val="0"/>
              </a:spcAft>
              <a:buSzPts val="2400"/>
              <a:buFont typeface="Arial"/>
              <a:buNone/>
              <a:defRPr sz="2400">
                <a:latin typeface="Arial"/>
                <a:ea typeface="Arial"/>
                <a:cs typeface="Arial"/>
                <a:sym typeface="Arial"/>
              </a:defRPr>
            </a:lvl8pPr>
            <a:lvl9pPr lvl="8" algn="ctr">
              <a:lnSpc>
                <a:spcPct val="100000"/>
              </a:lnSpc>
              <a:spcBef>
                <a:spcPts val="0"/>
              </a:spcBef>
              <a:spcAft>
                <a:spcPts val="0"/>
              </a:spcAft>
              <a:buSzPts val="2400"/>
              <a:buFont typeface="Arial"/>
              <a:buNone/>
              <a:defRPr sz="2400">
                <a:latin typeface="Arial"/>
                <a:ea typeface="Arial"/>
                <a:cs typeface="Arial"/>
                <a:sym typeface="Arial"/>
              </a:defRPr>
            </a:lvl9pPr>
          </a:lstStyle>
          <a:p>
            <a:endParaRPr/>
          </a:p>
        </p:txBody>
      </p:sp>
      <p:sp>
        <p:nvSpPr>
          <p:cNvPr id="47" name="Google Shape;47;p35"/>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a:endParaRPr/>
          </a:p>
        </p:txBody>
      </p:sp>
      <p:sp>
        <p:nvSpPr>
          <p:cNvPr id="48" name="Google Shape;48;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36"/>
          <p:cNvSpPr txBox="1">
            <a:spLocks noGrp="1"/>
          </p:cNvSpPr>
          <p:nvPr>
            <p:ph type="body" idx="1"/>
          </p:nvPr>
        </p:nvSpPr>
        <p:spPr>
          <a:xfrm>
            <a:off x="319500" y="4218925"/>
            <a:ext cx="5998800" cy="5988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400"/>
              <a:buFont typeface="Arial"/>
              <a:buNone/>
              <a:defRPr sz="2400">
                <a:latin typeface="Arial"/>
                <a:ea typeface="Arial"/>
                <a:cs typeface="Arial"/>
                <a:sym typeface="Arial"/>
              </a:defRPr>
            </a:lvl1pPr>
          </a:lstStyle>
          <a:p>
            <a:endParaRPr/>
          </a:p>
        </p:txBody>
      </p:sp>
      <p:sp>
        <p:nvSpPr>
          <p:cNvPr id="51" name="Google Shape;51;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37"/>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37"/>
          <p:cNvSpPr txBox="1">
            <a:spLocks noGrp="1"/>
          </p:cNvSpPr>
          <p:nvPr>
            <p:ph type="title" hasCustomPrompt="1"/>
          </p:nvPr>
        </p:nvSpPr>
        <p:spPr>
          <a:xfrm>
            <a:off x="311700" y="957125"/>
            <a:ext cx="8520600" cy="2128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5" name="Google Shape;55;p37"/>
          <p:cNvSpPr txBox="1">
            <a:spLocks noGrp="1"/>
          </p:cNvSpPr>
          <p:nvPr>
            <p:ph type="body" idx="1"/>
          </p:nvPr>
        </p:nvSpPr>
        <p:spPr>
          <a:xfrm>
            <a:off x="311700" y="3162000"/>
            <a:ext cx="8520600" cy="10716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6" name="Google Shape;56;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2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9pPr>
          </a:lstStyle>
          <a:p>
            <a:endParaRPr/>
          </a:p>
        </p:txBody>
      </p:sp>
      <p:sp>
        <p:nvSpPr>
          <p:cNvPr id="7" name="Google Shape;7;p27"/>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Google Shape;8;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 name="TextBox 2">
            <a:extLst>
              <a:ext uri="{FF2B5EF4-FFF2-40B4-BE49-F238E27FC236}">
                <a16:creationId xmlns:a16="http://schemas.microsoft.com/office/drawing/2014/main" id="{79A2CC5D-645F-D9B0-93A3-BFF9D333B19F}"/>
              </a:ext>
            </a:extLst>
          </p:cNvPr>
          <p:cNvSpPr txBox="1"/>
          <p:nvPr userDrawn="1">
            <p:extLst>
              <p:ext uri="{1162E1C5-73C7-4A58-AE30-91384D911F3F}">
                <p184:classification xmlns:p184="http://schemas.microsoft.com/office/powerpoint/2018/4/main" val="hdr"/>
              </p:ext>
            </p:extLst>
          </p:nvPr>
        </p:nvSpPr>
        <p:spPr>
          <a:xfrm>
            <a:off x="3956050" y="0"/>
            <a:ext cx="1254125" cy="121920"/>
          </a:xfrm>
          <a:prstGeom prst="rect">
            <a:avLst/>
          </a:prstGeom>
        </p:spPr>
        <p:txBody>
          <a:bodyPr horzOverflow="overflow" lIns="0" tIns="0" rIns="0" bIns="0">
            <a:spAutoFit/>
          </a:bodyPr>
          <a:lstStyle/>
          <a:p>
            <a:pPr algn="l"/>
            <a:r>
              <a:rPr lang="en-US" sz="800">
                <a:solidFill>
                  <a:srgbClr val="000000"/>
                </a:solidFill>
                <a:latin typeface="Calibri" panose="020F0502020204030204" pitchFamily="34" charset="0"/>
                <a:cs typeface="Calibri" panose="020F0502020204030204" pitchFamily="34" charset="0"/>
              </a:rPr>
              <a:t>SMU Classification: Restricted</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eveloper.mozilla.org/en-US/docs/Web/Events"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github.com/axios/axios"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4.xml.rels><?xml version="1.0" encoding="UTF-8" standalone="yes"?>
<Relationships xmlns="http://schemas.openxmlformats.org/package/2006/relationships"><Relationship Id="rId3" Type="http://schemas.openxmlformats.org/officeDocument/2006/relationships/hyperlink" Target="http://localhost:8000/posts"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3" Type="http://schemas.openxmlformats.org/officeDocument/2006/relationships/hyperlink" Target="https://www.mongodb.com/lp/cloud/atlas/try4-reg?utm_source=google&amp;utm_campaign=search_gs_pl_evergreen_mongodb_core-high-int_prosp-brand_gic-null_apac-sg_ps-all_desktop_eng_lead&amp;utm_term=mongodb&amp;utm_medium=cpc_paid_search&amp;utm_ad=e&amp;utm_ad_campaign_id=23898915060&amp;adgroup=197551006976&amp;cq_cmp=23898915060&amp;gad_source=1&amp;gad_campaignid=23898915060&amp;gbraid=0AAAAADQ14035xA3uOnLi-DCJeW89YZzOV&amp;gclid=Cj0KCQjw39zSBhDhARIsANammDvymRY7dHvFGFGJvJ9epAXxZGiCew7qT4LlghNN5_Zz9ZvsQpFrF6saAqAREALw_wcB"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3" Type="http://schemas.openxmlformats.org/officeDocument/2006/relationships/hyperlink" Target="http://localhost:8080/posts"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postman.com/"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
          <p:cNvSpPr txBox="1">
            <a:spLocks noGrp="1"/>
          </p:cNvSpPr>
          <p:nvPr>
            <p:ph type="ctrTitle"/>
          </p:nvPr>
        </p:nvSpPr>
        <p:spPr>
          <a:xfrm>
            <a:off x="3044700" y="1444255"/>
            <a:ext cx="3658250" cy="1537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100"/>
              <a:buFont typeface="Arial"/>
              <a:buNone/>
            </a:pPr>
            <a:r>
              <a:rPr lang="en"/>
              <a:t>Web Application Development II</a:t>
            </a:r>
            <a:endParaRPr/>
          </a:p>
        </p:txBody>
      </p:sp>
      <p:sp>
        <p:nvSpPr>
          <p:cNvPr id="64" name="Google Shape;64;p1"/>
          <p:cNvSpPr txBox="1">
            <a:spLocks noGrp="1"/>
          </p:cNvSpPr>
          <p:nvPr>
            <p:ph type="subTitle" idx="1"/>
          </p:nvPr>
        </p:nvSpPr>
        <p:spPr>
          <a:xfrm>
            <a:off x="3044700" y="3116580"/>
            <a:ext cx="3054600" cy="701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100"/>
              <a:buNone/>
            </a:pPr>
            <a:r>
              <a:rPr lang="en"/>
              <a:t>Week 5: Vue.js </a:t>
            </a:r>
            <a:endParaRPr lang="en-US"/>
          </a:p>
          <a:p>
            <a:pPr marL="0" lvl="0" indent="0" algn="ctr" rtl="0">
              <a:lnSpc>
                <a:spcPct val="100000"/>
              </a:lnSpc>
              <a:spcBef>
                <a:spcPts val="0"/>
              </a:spcBef>
              <a:spcAft>
                <a:spcPts val="0"/>
              </a:spcAft>
              <a:buSzPts val="2100"/>
              <a:buNone/>
            </a:pPr>
            <a:r>
              <a:rPr lang="en"/>
              <a:t>Event Handling &amp; Async Requests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Agenda</a:t>
            </a:r>
            <a:endParaRPr/>
          </a:p>
        </p:txBody>
      </p:sp>
      <p:sp>
        <p:nvSpPr>
          <p:cNvPr id="70" name="Google Shape;70;p2"/>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Event Handling </a:t>
            </a:r>
          </a:p>
          <a:p>
            <a:pPr marL="0" marR="0" lvl="0" indent="0" algn="l" rtl="0">
              <a:lnSpc>
                <a:spcPct val="115000"/>
              </a:lnSpc>
              <a:spcBef>
                <a:spcPts val="0"/>
              </a:spcBef>
              <a:spcAft>
                <a:spcPts val="0"/>
              </a:spcAft>
              <a:buSzPts val="1400"/>
              <a:buNone/>
            </a:pPr>
            <a:endParaRPr lang="en" dirty="0"/>
          </a:p>
          <a:p>
            <a:pPr marL="0" indent="0">
              <a:buNone/>
            </a:pPr>
            <a:r>
              <a:rPr lang="en" dirty="0"/>
              <a:t>Lifecycle Hooks</a:t>
            </a:r>
          </a:p>
          <a:p>
            <a:pPr marL="0" indent="0">
              <a:buNone/>
            </a:pPr>
            <a:endParaRPr lang="en" dirty="0"/>
          </a:p>
          <a:p>
            <a:pPr marL="0" indent="0">
              <a:buNone/>
            </a:pPr>
            <a:r>
              <a:rPr lang="en" dirty="0"/>
              <a:t>Using JavaScript Expressions</a:t>
            </a:r>
          </a:p>
          <a:p>
            <a:pPr marL="0" marR="0" lvl="0" indent="0" algn="l" rtl="0">
              <a:lnSpc>
                <a:spcPct val="115000"/>
              </a:lnSpc>
              <a:spcBef>
                <a:spcPts val="0"/>
              </a:spcBef>
              <a:spcAft>
                <a:spcPts val="0"/>
              </a:spcAft>
              <a:buSzPts val="1400"/>
              <a:buNone/>
            </a:pPr>
            <a:endParaRPr lang="en" dirty="0"/>
          </a:p>
          <a:p>
            <a:pPr marL="0" marR="0" lvl="0" indent="0" algn="l" rtl="0">
              <a:lnSpc>
                <a:spcPct val="115000"/>
              </a:lnSpc>
              <a:spcBef>
                <a:spcPts val="0"/>
              </a:spcBef>
              <a:spcAft>
                <a:spcPts val="0"/>
              </a:spcAft>
              <a:buSzPts val="1400"/>
              <a:buNone/>
            </a:pPr>
            <a:r>
              <a:rPr lang="en" dirty="0"/>
              <a:t>Computed Property</a:t>
            </a:r>
            <a:endParaRPr dirty="0"/>
          </a:p>
          <a:p>
            <a:pPr marL="0" marR="0" lvl="0" indent="0" algn="l" rtl="0">
              <a:lnSpc>
                <a:spcPct val="115000"/>
              </a:lnSpc>
              <a:spcBef>
                <a:spcPts val="1600"/>
              </a:spcBef>
              <a:spcAft>
                <a:spcPts val="0"/>
              </a:spcAft>
              <a:buSzPts val="1400"/>
              <a:buNone/>
            </a:pPr>
            <a:r>
              <a:rPr lang="en" dirty="0"/>
              <a:t>Form Input Binding (extended)</a:t>
            </a:r>
            <a:endParaRPr dirty="0"/>
          </a:p>
          <a:p>
            <a:pPr marL="0" marR="0" lvl="0" indent="0" algn="l" rtl="0">
              <a:lnSpc>
                <a:spcPct val="115000"/>
              </a:lnSpc>
              <a:spcBef>
                <a:spcPts val="1600"/>
              </a:spcBef>
              <a:spcAft>
                <a:spcPts val="0"/>
              </a:spcAft>
              <a:buSzPts val="1400"/>
              <a:buNone/>
            </a:pPr>
            <a:r>
              <a:rPr lang="en" dirty="0"/>
              <a:t>List Rendering</a:t>
            </a:r>
            <a:endParaRPr dirty="0"/>
          </a:p>
          <a:p>
            <a:pPr marL="0" marR="0" lvl="0" indent="0" algn="l" rtl="0">
              <a:lnSpc>
                <a:spcPct val="115000"/>
              </a:lnSpc>
              <a:spcBef>
                <a:spcPts val="1600"/>
              </a:spcBef>
              <a:spcAft>
                <a:spcPts val="0"/>
              </a:spcAft>
              <a:buSzPts val="1400"/>
              <a:buNone/>
            </a:pPr>
            <a:r>
              <a:rPr lang="en" dirty="0"/>
              <a:t>Asynchronous requests with Vue (Axios)</a:t>
            </a:r>
          </a:p>
          <a:p>
            <a:pPr marL="0" indent="0">
              <a:lnSpc>
                <a:spcPct val="114999"/>
              </a:lnSpc>
              <a:spcBef>
                <a:spcPts val="1600"/>
              </a:spcBef>
              <a:buNone/>
            </a:pPr>
            <a:endParaRPr lang="en" dirty="0"/>
          </a:p>
        </p:txBody>
      </p:sp>
      <p:pic>
        <p:nvPicPr>
          <p:cNvPr id="71" name="Google Shape;71;p2"/>
          <p:cNvPicPr preferRelativeResize="0"/>
          <p:nvPr/>
        </p:nvPicPr>
        <p:blipFill rotWithShape="1">
          <a:blip r:embed="rId3">
            <a:alphaModFix/>
          </a:blip>
          <a:srcRect/>
          <a:stretch/>
        </p:blipFill>
        <p:spPr>
          <a:xfrm>
            <a:off x="3912925" y="2105863"/>
            <a:ext cx="4527599" cy="159271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a:extLst>
            <a:ext uri="{FF2B5EF4-FFF2-40B4-BE49-F238E27FC236}">
              <a16:creationId xmlns:a16="http://schemas.microsoft.com/office/drawing/2014/main" id="{B9FE2696-A735-E72B-1EF4-B617C8385E06}"/>
            </a:ext>
          </a:extLst>
        </p:cNvPr>
        <p:cNvGrpSpPr/>
        <p:nvPr/>
      </p:nvGrpSpPr>
      <p:grpSpPr>
        <a:xfrm>
          <a:off x="0" y="0"/>
          <a:ext cx="0" cy="0"/>
          <a:chOff x="0" y="0"/>
          <a:chExt cx="0" cy="0"/>
        </a:xfrm>
      </p:grpSpPr>
      <p:sp>
        <p:nvSpPr>
          <p:cNvPr id="75" name="Google Shape;75;p4">
            <a:extLst>
              <a:ext uri="{FF2B5EF4-FFF2-40B4-BE49-F238E27FC236}">
                <a16:creationId xmlns:a16="http://schemas.microsoft.com/office/drawing/2014/main" id="{9286CC02-0286-210B-8648-748C4B2A5FE3}"/>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Using Bootstrap with Vue 3</a:t>
            </a:r>
            <a:endParaRPr/>
          </a:p>
        </p:txBody>
      </p:sp>
      <p:sp>
        <p:nvSpPr>
          <p:cNvPr id="76" name="Google Shape;76;p4">
            <a:extLst>
              <a:ext uri="{FF2B5EF4-FFF2-40B4-BE49-F238E27FC236}">
                <a16:creationId xmlns:a16="http://schemas.microsoft.com/office/drawing/2014/main" id="{5F52A898-C9DF-237B-68B1-362865E7F5F7}"/>
              </a:ext>
            </a:extLst>
          </p:cNvPr>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SG"/>
              <a:t>In our examples and exercises, we shall be using Bootstrap for styling.</a:t>
            </a:r>
          </a:p>
          <a:p>
            <a:pPr marL="0" marR="0" lvl="0" indent="0" algn="l" rtl="0">
              <a:lnSpc>
                <a:spcPct val="115000"/>
              </a:lnSpc>
              <a:spcBef>
                <a:spcPts val="0"/>
              </a:spcBef>
              <a:spcAft>
                <a:spcPts val="0"/>
              </a:spcAft>
              <a:buSzPts val="1400"/>
              <a:buNone/>
            </a:pPr>
            <a:endParaRPr lang="en-SG"/>
          </a:p>
          <a:p>
            <a:pPr marL="0" marR="0" lvl="0" indent="0" algn="l" rtl="0">
              <a:lnSpc>
                <a:spcPct val="115000"/>
              </a:lnSpc>
              <a:spcBef>
                <a:spcPts val="0"/>
              </a:spcBef>
              <a:spcAft>
                <a:spcPts val="0"/>
              </a:spcAft>
              <a:buSzPts val="1400"/>
              <a:buNone/>
            </a:pPr>
            <a:r>
              <a:rPr lang="en-SG"/>
              <a:t>Before we can use Bootstrap in our Vue apps, we need to install Bootstrap first.</a:t>
            </a:r>
          </a:p>
          <a:p>
            <a:pPr marL="0" marR="0" lvl="0" indent="0" algn="l" rtl="0">
              <a:lnSpc>
                <a:spcPct val="115000"/>
              </a:lnSpc>
              <a:spcBef>
                <a:spcPts val="0"/>
              </a:spcBef>
              <a:spcAft>
                <a:spcPts val="0"/>
              </a:spcAft>
              <a:buSzPts val="1400"/>
              <a:buNone/>
            </a:pPr>
            <a:endParaRPr lang="en-SG"/>
          </a:p>
          <a:p>
            <a:pPr marL="0" marR="0" lvl="0" indent="0" algn="l" rtl="0">
              <a:lnSpc>
                <a:spcPct val="115000"/>
              </a:lnSpc>
              <a:spcBef>
                <a:spcPts val="0"/>
              </a:spcBef>
              <a:spcAft>
                <a:spcPts val="0"/>
              </a:spcAft>
              <a:buSzPts val="1400"/>
              <a:buNone/>
            </a:pPr>
            <a:r>
              <a:rPr lang="en-SG"/>
              <a:t>In the terminal, run the following command:</a:t>
            </a:r>
          </a:p>
          <a:p>
            <a:pPr marL="0" marR="0" lvl="0" indent="0" algn="l" rtl="0">
              <a:lnSpc>
                <a:spcPct val="115000"/>
              </a:lnSpc>
              <a:spcBef>
                <a:spcPts val="0"/>
              </a:spcBef>
              <a:spcAft>
                <a:spcPts val="0"/>
              </a:spcAft>
              <a:buSzPts val="1400"/>
              <a:buNone/>
            </a:pPr>
            <a:r>
              <a:rPr lang="en-SG"/>
              <a:t>	</a:t>
            </a:r>
            <a:r>
              <a:rPr lang="en-SG" err="1">
                <a:latin typeface="Open Sans" panose="020B0606030504020204" pitchFamily="34" charset="0"/>
                <a:ea typeface="Open Sans" panose="020B0606030504020204" pitchFamily="34" charset="0"/>
                <a:cs typeface="Open Sans" panose="020B0606030504020204" pitchFamily="34" charset="0"/>
              </a:rPr>
              <a:t>pnpm</a:t>
            </a:r>
            <a:r>
              <a:rPr lang="en-SG">
                <a:latin typeface="Open Sans" panose="020B0606030504020204" pitchFamily="34" charset="0"/>
                <a:ea typeface="Open Sans" panose="020B0606030504020204" pitchFamily="34" charset="0"/>
                <a:cs typeface="Open Sans" panose="020B0606030504020204" pitchFamily="34" charset="0"/>
              </a:rPr>
              <a:t> add bootstrap</a:t>
            </a: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2" name="Google Shape;226;p36">
            <a:extLst>
              <a:ext uri="{FF2B5EF4-FFF2-40B4-BE49-F238E27FC236}">
                <a16:creationId xmlns:a16="http://schemas.microsoft.com/office/drawing/2014/main" id="{6D1A9E7F-ABD5-4A2E-566B-0B31A4467088}"/>
              </a:ext>
            </a:extLst>
          </p:cNvPr>
          <p:cNvSpPr txBox="1">
            <a:spLocks noGrp="1"/>
          </p:cNvSpPr>
          <p:nvPr>
            <p:ph type="body" idx="2"/>
          </p:nvPr>
        </p:nvSpPr>
        <p:spPr>
          <a:xfrm>
            <a:off x="4473775" y="1225225"/>
            <a:ext cx="4358400" cy="3354000"/>
          </a:xfrm>
          <a:prstGeom prst="rect">
            <a:avLst/>
          </a:prstGeom>
        </p:spPr>
        <p:txBody>
          <a:bodyPr spcFirstLastPara="1" wrap="square" lIns="91425" tIns="91425" rIns="91425" bIns="91425" anchor="t" anchorCtr="0">
            <a:noAutofit/>
          </a:bodyPr>
          <a:lstStyle/>
          <a:p>
            <a:pPr marL="0" lvl="0" indent="0">
              <a:buNone/>
            </a:pPr>
            <a:r>
              <a:rPr lang="en-SG"/>
              <a:t>Observe in </a:t>
            </a:r>
            <a:r>
              <a:rPr lang="en-SG" b="1">
                <a:latin typeface="Open Sans" panose="020B0606030504020204" pitchFamily="34" charset="0"/>
                <a:ea typeface="Open Sans" panose="020B0606030504020204" pitchFamily="34" charset="0"/>
                <a:cs typeface="Open Sans" panose="020B0606030504020204" pitchFamily="34" charset="0"/>
              </a:rPr>
              <a:t>main.js </a:t>
            </a:r>
            <a:r>
              <a:rPr lang="en-SG"/>
              <a:t>of the given Vue apps example, resource folders, bootstrap libraries are imported as follows:</a:t>
            </a:r>
          </a:p>
          <a:p>
            <a:pPr marL="0" lvl="0" indent="0">
              <a:buNone/>
            </a:pPr>
            <a:endParaRPr lang="en-SG"/>
          </a:p>
          <a:p>
            <a:pPr marL="0" lvl="0" indent="0">
              <a:buNone/>
            </a:pPr>
            <a:r>
              <a:rPr lang="en-SG"/>
              <a:t>import 'bootstrap/</a:t>
            </a:r>
            <a:r>
              <a:rPr lang="en-SG" err="1"/>
              <a:t>dist</a:t>
            </a:r>
            <a:r>
              <a:rPr lang="en-SG"/>
              <a:t>/</a:t>
            </a:r>
            <a:r>
              <a:rPr lang="en-SG" err="1"/>
              <a:t>css</a:t>
            </a:r>
            <a:r>
              <a:rPr lang="en-SG"/>
              <a:t>/bootstrap.min.css'</a:t>
            </a:r>
          </a:p>
          <a:p>
            <a:pPr marL="0" lvl="0" indent="0">
              <a:buNone/>
            </a:pPr>
            <a:r>
              <a:rPr lang="en-SG"/>
              <a:t>import 'bootstrap/</a:t>
            </a:r>
            <a:r>
              <a:rPr lang="en-SG" err="1"/>
              <a:t>dist</a:t>
            </a:r>
            <a:r>
              <a:rPr lang="en-SG"/>
              <a:t>/</a:t>
            </a:r>
            <a:r>
              <a:rPr lang="en-SG" err="1"/>
              <a:t>js</a:t>
            </a:r>
            <a:r>
              <a:rPr lang="en-SG"/>
              <a:t>/bootstrap.bundle.min.js'</a:t>
            </a:r>
          </a:p>
          <a:p>
            <a:pPr marL="0" lvl="0" indent="0">
              <a:buNone/>
            </a:pPr>
            <a:endParaRPr lang="en-SG"/>
          </a:p>
          <a:p>
            <a:pPr marL="0" lvl="0" indent="0" algn="l" rtl="0">
              <a:spcBef>
                <a:spcPts val="0"/>
              </a:spcBef>
              <a:spcAft>
                <a:spcPts val="0"/>
              </a:spcAft>
              <a:buNone/>
            </a:pPr>
            <a:endParaRPr/>
          </a:p>
        </p:txBody>
      </p:sp>
      <p:pic>
        <p:nvPicPr>
          <p:cNvPr id="5" name="Picture 4">
            <a:extLst>
              <a:ext uri="{FF2B5EF4-FFF2-40B4-BE49-F238E27FC236}">
                <a16:creationId xmlns:a16="http://schemas.microsoft.com/office/drawing/2014/main" id="{BAB78C43-191F-740D-78EA-AE79D37ABCF3}"/>
              </a:ext>
            </a:extLst>
          </p:cNvPr>
          <p:cNvPicPr>
            <a:picLocks noChangeAspect="1"/>
          </p:cNvPicPr>
          <p:nvPr/>
        </p:nvPicPr>
        <p:blipFill>
          <a:blip r:embed="rId3"/>
          <a:stretch>
            <a:fillRect/>
          </a:stretch>
        </p:blipFill>
        <p:spPr>
          <a:xfrm>
            <a:off x="4594302" y="2912673"/>
            <a:ext cx="3642695" cy="2033505"/>
          </a:xfrm>
          <a:prstGeom prst="rect">
            <a:avLst/>
          </a:prstGeom>
        </p:spPr>
      </p:pic>
      <p:pic>
        <p:nvPicPr>
          <p:cNvPr id="4" name="Picture 3">
            <a:extLst>
              <a:ext uri="{FF2B5EF4-FFF2-40B4-BE49-F238E27FC236}">
                <a16:creationId xmlns:a16="http://schemas.microsoft.com/office/drawing/2014/main" id="{CF06F66A-2C94-6329-A292-D505D1E63B57}"/>
              </a:ext>
            </a:extLst>
          </p:cNvPr>
          <p:cNvPicPr>
            <a:picLocks noChangeAspect="1"/>
          </p:cNvPicPr>
          <p:nvPr/>
        </p:nvPicPr>
        <p:blipFill>
          <a:blip r:embed="rId4"/>
          <a:stretch>
            <a:fillRect/>
          </a:stretch>
        </p:blipFill>
        <p:spPr>
          <a:xfrm>
            <a:off x="294466" y="3592284"/>
            <a:ext cx="4098221" cy="858111"/>
          </a:xfrm>
          <a:prstGeom prst="rect">
            <a:avLst/>
          </a:prstGeom>
        </p:spPr>
      </p:pic>
    </p:spTree>
    <p:extLst>
      <p:ext uri="{BB962C8B-B14F-4D97-AF65-F5344CB8AC3E}">
        <p14:creationId xmlns:p14="http://schemas.microsoft.com/office/powerpoint/2010/main" val="1846074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Event Handling (1)</a:t>
            </a:r>
            <a:endParaRPr/>
          </a:p>
        </p:txBody>
      </p:sp>
      <p:sp>
        <p:nvSpPr>
          <p:cNvPr id="225" name="Google Shape;225;p36"/>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a:t>Use v-on directive to listen to DOM events and run some JavaScript when they’re triggered</a:t>
            </a:r>
            <a:endParaRPr/>
          </a:p>
          <a:p>
            <a:pPr marL="0" lvl="0" indent="0">
              <a:spcBef>
                <a:spcPts val="1600"/>
              </a:spcBef>
              <a:buNone/>
            </a:pPr>
            <a:r>
              <a:rPr lang="en-US"/>
              <a:t>DOM Events such as</a:t>
            </a:r>
          </a:p>
          <a:p>
            <a:pPr lvl="0">
              <a:spcBef>
                <a:spcPts val="1600"/>
              </a:spcBef>
            </a:pPr>
            <a:r>
              <a:rPr lang="en-US"/>
              <a:t>Clicking a mouse</a:t>
            </a:r>
          </a:p>
          <a:p>
            <a:pPr lvl="0"/>
            <a:r>
              <a:rPr lang="en-US"/>
              <a:t>Hovering over an image</a:t>
            </a:r>
          </a:p>
          <a:p>
            <a:pPr lvl="0"/>
            <a:r>
              <a:rPr lang="en-US"/>
              <a:t>Typing something in a search bar</a:t>
            </a:r>
            <a:endParaRPr lang="en" b="1"/>
          </a:p>
          <a:p>
            <a:pPr marL="0" marR="0" lvl="0" indent="0" algn="l" rtl="0">
              <a:lnSpc>
                <a:spcPct val="115000"/>
              </a:lnSpc>
              <a:spcBef>
                <a:spcPts val="1600"/>
              </a:spcBef>
              <a:spcAft>
                <a:spcPts val="1600"/>
              </a:spcAft>
              <a:buNone/>
            </a:pPr>
            <a:r>
              <a:rPr lang="en"/>
              <a:t> </a:t>
            </a:r>
            <a:endParaRPr/>
          </a:p>
        </p:txBody>
      </p:sp>
      <p:sp>
        <p:nvSpPr>
          <p:cNvPr id="226" name="Google Shape;226;p36"/>
          <p:cNvSpPr txBox="1">
            <a:spLocks noGrp="1"/>
          </p:cNvSpPr>
          <p:nvPr>
            <p:ph type="body" idx="2"/>
          </p:nvPr>
        </p:nvSpPr>
        <p:spPr>
          <a:xfrm>
            <a:off x="4473775" y="1225225"/>
            <a:ext cx="43584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Example: </a:t>
            </a:r>
            <a:r>
              <a:rPr lang="en" i="1"/>
              <a:t>Example1.vue</a:t>
            </a:r>
          </a:p>
          <a:p>
            <a:pPr marL="0" lvl="0" indent="0" algn="l" rtl="0">
              <a:spcBef>
                <a:spcPts val="0"/>
              </a:spcBef>
              <a:spcAft>
                <a:spcPts val="0"/>
              </a:spcAft>
              <a:buNone/>
            </a:pPr>
            <a:endParaRPr lang="en" i="1"/>
          </a:p>
          <a:p>
            <a:pPr marL="0" lvl="0" indent="0">
              <a:spcBef>
                <a:spcPts val="1600"/>
              </a:spcBef>
              <a:buSzPts val="1100"/>
              <a:buNone/>
            </a:pPr>
            <a:r>
              <a:rPr lang="en-US" b="1"/>
              <a:t>Syntax</a:t>
            </a:r>
          </a:p>
          <a:p>
            <a:pPr marL="0" lvl="0" indent="0">
              <a:lnSpc>
                <a:spcPct val="100000"/>
              </a:lnSpc>
              <a:spcBef>
                <a:spcPts val="1600"/>
              </a:spcBef>
              <a:buSzPts val="1100"/>
              <a:buNone/>
            </a:pPr>
            <a:r>
              <a:rPr lang="en-US"/>
              <a:t>&lt;div </a:t>
            </a:r>
            <a:r>
              <a:rPr lang="en-US" err="1"/>
              <a:t>v-on:eventname</a:t>
            </a:r>
            <a:r>
              <a:rPr lang="en-US"/>
              <a:t>="expr"&gt;&lt;/div&gt;</a:t>
            </a:r>
            <a:endParaRPr lang="en-US" b="1"/>
          </a:p>
          <a:p>
            <a:pPr marL="0" lvl="0" indent="0">
              <a:lnSpc>
                <a:spcPct val="100000"/>
              </a:lnSpc>
              <a:buNone/>
            </a:pPr>
            <a:endParaRPr lang="en-US"/>
          </a:p>
          <a:p>
            <a:pPr marL="0" lvl="0" indent="0">
              <a:buSzPts val="1100"/>
              <a:buNone/>
            </a:pPr>
            <a:r>
              <a:rPr lang="en-US"/>
              <a:t>where </a:t>
            </a:r>
            <a:r>
              <a:rPr lang="en-US" err="1"/>
              <a:t>eventname</a:t>
            </a:r>
            <a:r>
              <a:rPr lang="en-US"/>
              <a:t> is any standard DOM event name (e.g. click, submit, change, focus, </a:t>
            </a:r>
            <a:r>
              <a:rPr lang="en-US" err="1"/>
              <a:t>keyup</a:t>
            </a:r>
            <a:r>
              <a:rPr lang="en-US"/>
              <a:t> and </a:t>
            </a:r>
            <a:r>
              <a:rPr lang="en-US" err="1"/>
              <a:t>onEnter</a:t>
            </a:r>
            <a:r>
              <a:rPr lang="en-US"/>
              <a:t>) and “expr” is a </a:t>
            </a:r>
            <a:r>
              <a:rPr lang="en-US" err="1"/>
              <a:t>Javascript</a:t>
            </a:r>
            <a:r>
              <a:rPr lang="en-US"/>
              <a:t> expression or function name.</a:t>
            </a:r>
          </a:p>
          <a:p>
            <a:pPr marL="0" lvl="0" indent="0" algn="l" rtl="0">
              <a:spcBef>
                <a:spcPts val="0"/>
              </a:spcBef>
              <a:spcAft>
                <a:spcPts val="0"/>
              </a:spcAft>
              <a:buNone/>
            </a:pPr>
            <a:endParaRPr/>
          </a:p>
        </p:txBody>
      </p:sp>
      <p:sp>
        <p:nvSpPr>
          <p:cNvPr id="227" name="Google Shape;227;p36"/>
          <p:cNvSpPr/>
          <p:nvPr/>
        </p:nvSpPr>
        <p:spPr>
          <a:xfrm>
            <a:off x="5700117" y="3995400"/>
            <a:ext cx="2540700" cy="659400"/>
          </a:xfrm>
          <a:prstGeom prst="wedgeRoundRectCallout">
            <a:avLst>
              <a:gd name="adj1" fmla="val 40160"/>
              <a:gd name="adj2" fmla="val 7304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a:t>“expr” is typically a method in the vue instance. </a:t>
            </a:r>
            <a:endParaRPr>
              <a:solidFill>
                <a:schemeClr val="dk1"/>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7"/>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lvl="0"/>
            <a:r>
              <a:rPr lang="en"/>
              <a:t>Event Handling (2)</a:t>
            </a:r>
            <a:endParaRPr/>
          </a:p>
        </p:txBody>
      </p:sp>
      <p:sp>
        <p:nvSpPr>
          <p:cNvPr id="233" name="Google Shape;233;p37"/>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When listening for keyboard events, we often need to check for specific keys. Vue allows adding key modifiers for v-on when listening for key events.</a:t>
            </a:r>
            <a:endParaRPr/>
          </a:p>
          <a:p>
            <a:pPr marL="0" marR="0" lvl="0" indent="0" algn="l" rtl="0">
              <a:lnSpc>
                <a:spcPct val="115000"/>
              </a:lnSpc>
              <a:spcBef>
                <a:spcPts val="600"/>
              </a:spcBef>
              <a:spcAft>
                <a:spcPts val="0"/>
              </a:spcAft>
              <a:buNone/>
            </a:pPr>
            <a:r>
              <a:rPr lang="en"/>
              <a:t>Commonly-used key codes:</a:t>
            </a:r>
            <a:r>
              <a:rPr lang="en" sz="2400">
                <a:latin typeface="Arial"/>
                <a:ea typeface="Arial"/>
                <a:cs typeface="Arial"/>
                <a:sym typeface="Arial"/>
              </a:rPr>
              <a:t> </a:t>
            </a:r>
            <a:r>
              <a:rPr lang="en"/>
              <a:t>.enter, .tab, .delete (for both “Delete” and “Backspace”), </a:t>
            </a:r>
            <a:endParaRPr/>
          </a:p>
          <a:p>
            <a:pPr marL="0" marR="0" lvl="0" indent="0" algn="l" rtl="0">
              <a:lnSpc>
                <a:spcPct val="115000"/>
              </a:lnSpc>
              <a:spcBef>
                <a:spcPts val="600"/>
              </a:spcBef>
              <a:spcAft>
                <a:spcPts val="0"/>
              </a:spcAft>
              <a:buNone/>
            </a:pPr>
            <a:r>
              <a:rPr lang="en"/>
              <a:t>.esc, .space, .up, .down, .left, and .right.</a:t>
            </a:r>
            <a:endParaRPr/>
          </a:p>
          <a:p>
            <a:pPr marL="0" marR="0" lvl="0" indent="0" algn="l" rtl="0">
              <a:lnSpc>
                <a:spcPct val="115000"/>
              </a:lnSpc>
              <a:spcBef>
                <a:spcPts val="600"/>
              </a:spcBef>
              <a:spcAft>
                <a:spcPts val="0"/>
              </a:spcAft>
              <a:buNone/>
            </a:pPr>
            <a:endParaRPr/>
          </a:p>
          <a:p>
            <a:pPr marL="0" marR="0" lvl="0" indent="0" algn="l" rtl="0">
              <a:lnSpc>
                <a:spcPct val="115000"/>
              </a:lnSpc>
              <a:spcBef>
                <a:spcPts val="600"/>
              </a:spcBef>
              <a:spcAft>
                <a:spcPts val="0"/>
              </a:spcAft>
              <a:buNone/>
            </a:pPr>
            <a:endParaRPr/>
          </a:p>
          <a:p>
            <a:pPr marL="0" marR="0" lvl="0" indent="0" algn="l" rtl="0">
              <a:lnSpc>
                <a:spcPct val="115000"/>
              </a:lnSpc>
              <a:spcBef>
                <a:spcPts val="600"/>
              </a:spcBef>
              <a:spcAft>
                <a:spcPts val="600"/>
              </a:spcAft>
              <a:buNone/>
            </a:pPr>
            <a:r>
              <a:rPr lang="en"/>
              <a:t> </a:t>
            </a:r>
            <a:endParaRPr/>
          </a:p>
        </p:txBody>
      </p:sp>
      <p:sp>
        <p:nvSpPr>
          <p:cNvPr id="234" name="Google Shape;234;p37"/>
          <p:cNvSpPr txBox="1">
            <a:spLocks noGrp="1"/>
          </p:cNvSpPr>
          <p:nvPr>
            <p:ph type="body" idx="2"/>
          </p:nvPr>
        </p:nvSpPr>
        <p:spPr>
          <a:xfrm>
            <a:off x="4473775" y="1225225"/>
            <a:ext cx="4358400" cy="3354000"/>
          </a:xfrm>
          <a:prstGeom prst="rect">
            <a:avLst/>
          </a:prstGeom>
        </p:spPr>
        <p:txBody>
          <a:bodyPr spcFirstLastPara="1" wrap="square" lIns="91425" tIns="91425" rIns="91425" bIns="91425" anchor="t" anchorCtr="0">
            <a:noAutofit/>
          </a:bodyPr>
          <a:lstStyle/>
          <a:p>
            <a:pPr marL="0" lvl="0" indent="0">
              <a:buNone/>
            </a:pPr>
            <a:r>
              <a:rPr lang="en" b="1"/>
              <a:t>Example: </a:t>
            </a:r>
            <a:r>
              <a:rPr lang="en" i="1"/>
              <a:t>Example1.vue</a:t>
            </a:r>
            <a:endParaRPr i="1"/>
          </a:p>
          <a:p>
            <a:pPr marL="0" marR="0" lvl="0" indent="0" algn="l" rtl="0">
              <a:lnSpc>
                <a:spcPct val="115000"/>
              </a:lnSpc>
              <a:spcBef>
                <a:spcPts val="1600"/>
              </a:spcBef>
              <a:spcAft>
                <a:spcPts val="0"/>
              </a:spcAft>
              <a:buNone/>
            </a:pPr>
            <a:r>
              <a:rPr lang="en"/>
              <a:t>&lt;!-- invoke hello() when `Enter` key is entered --&gt;</a:t>
            </a:r>
            <a:endParaRPr/>
          </a:p>
          <a:p>
            <a:pPr marL="0" marR="0" lvl="0" indent="0" algn="l" rtl="0">
              <a:lnSpc>
                <a:spcPct val="115000"/>
              </a:lnSpc>
              <a:spcBef>
                <a:spcPts val="0"/>
              </a:spcBef>
              <a:spcAft>
                <a:spcPts val="0"/>
              </a:spcAft>
              <a:buNone/>
            </a:pPr>
            <a:r>
              <a:rPr lang="en"/>
              <a:t>&lt;input </a:t>
            </a:r>
            <a:r>
              <a:rPr lang="en" err="1"/>
              <a:t>v-on:keyup.enter</a:t>
            </a:r>
            <a:r>
              <a:rPr lang="en"/>
              <a:t>="hello(name)"&gt;</a:t>
            </a:r>
            <a:endParaRPr sz="1800">
              <a:solidFill>
                <a:srgbClr val="002060"/>
              </a:solidFill>
              <a:latin typeface="Consolas"/>
              <a:ea typeface="Consolas"/>
              <a:cs typeface="Consolas"/>
              <a:sym typeface="Consolas"/>
            </a:endParaRPr>
          </a:p>
          <a:p>
            <a:pPr marL="0" lvl="0" indent="0" algn="l" rtl="0">
              <a:spcBef>
                <a:spcPts val="0"/>
              </a:spcBef>
              <a:spcAft>
                <a:spcPts val="16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Events</a:t>
            </a:r>
            <a:endParaRPr/>
          </a:p>
        </p:txBody>
      </p:sp>
      <p:sp>
        <p:nvSpPr>
          <p:cNvPr id="100" name="Google Shape;100;p7"/>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SzPts val="1800"/>
              <a:buNone/>
            </a:pPr>
            <a:r>
              <a:rPr lang="en"/>
              <a:t>Events reference:</a:t>
            </a:r>
            <a:r>
              <a:rPr lang="en" b="1"/>
              <a:t> </a:t>
            </a:r>
            <a:r>
              <a:rPr lang="en" u="sng">
                <a:solidFill>
                  <a:schemeClr val="hlink"/>
                </a:solidFill>
                <a:hlinkClick r:id="rId3"/>
              </a:rPr>
              <a:t>Event reference | MDN</a:t>
            </a:r>
            <a:endParaRPr/>
          </a:p>
          <a:p>
            <a:pPr marL="0" marR="0" lvl="0" indent="0" algn="l" rtl="0">
              <a:lnSpc>
                <a:spcPct val="100000"/>
              </a:lnSpc>
              <a:spcBef>
                <a:spcPts val="0"/>
              </a:spcBef>
              <a:spcAft>
                <a:spcPts val="0"/>
              </a:spcAft>
              <a:buSzPts val="1800"/>
              <a:buNone/>
            </a:pPr>
            <a:endParaRPr b="1"/>
          </a:p>
        </p:txBody>
      </p:sp>
      <p:graphicFrame>
        <p:nvGraphicFramePr>
          <p:cNvPr id="101" name="Google Shape;101;p7"/>
          <p:cNvGraphicFramePr/>
          <p:nvPr>
            <p:extLst>
              <p:ext uri="{D42A27DB-BD31-4B8C-83A1-F6EECF244321}">
                <p14:modId xmlns:p14="http://schemas.microsoft.com/office/powerpoint/2010/main" val="2857715387"/>
              </p:ext>
            </p:extLst>
          </p:nvPr>
        </p:nvGraphicFramePr>
        <p:xfrm>
          <a:off x="952500" y="1733550"/>
          <a:ext cx="7239000" cy="3169680"/>
        </p:xfrm>
        <a:graphic>
          <a:graphicData uri="http://schemas.openxmlformats.org/drawingml/2006/table">
            <a:tbl>
              <a:tblPr>
                <a:noFill/>
              </a:tblPr>
              <a:tblGrid>
                <a:gridCol w="1843775">
                  <a:extLst>
                    <a:ext uri="{9D8B030D-6E8A-4147-A177-3AD203B41FA5}">
                      <a16:colId xmlns:a16="http://schemas.microsoft.com/office/drawing/2014/main" val="20000"/>
                    </a:ext>
                  </a:extLst>
                </a:gridCol>
                <a:gridCol w="5395225">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Event</a:t>
                      </a:r>
                      <a:endParaRPr sz="14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Description</a:t>
                      </a:r>
                      <a:endParaRPr sz="1400" b="1"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click</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user clicks an HTML element</a:t>
                      </a:r>
                      <a:endParaRPr sz="1400" u="none" strike="noStrike" cap="none"/>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change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An HTML element has been changed</a:t>
                      </a:r>
                      <a:endParaRPr sz="1400" u="none" strike="noStrike" cap="none"/>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input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user inputs something in an HTML element</a:t>
                      </a:r>
                      <a:endParaRPr sz="1400" u="none" strike="noStrike" cap="none"/>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mouseover</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user moves the mouse over an HTML element</a:t>
                      </a:r>
                      <a:endParaRPr sz="1400" u="none" strike="noStrike" cap="none"/>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mouseout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user moves the mouse away from an HTML element</a:t>
                      </a:r>
                      <a:endParaRPr sz="1400" u="none" strike="noStrike" cap="none"/>
                    </a:p>
                  </a:txBody>
                  <a:tcPr marL="91425" marR="91425" marT="91425" marB="91425"/>
                </a:tc>
                <a:extLst>
                  <a:ext uri="{0D108BD9-81ED-4DB2-BD59-A6C34878D82A}">
                    <a16:rowId xmlns:a16="http://schemas.microsoft.com/office/drawing/2014/main" val="10005"/>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keypress</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user presses a key on the keyboard</a:t>
                      </a:r>
                      <a:endParaRPr sz="1400" u="none" strike="noStrike" cap="none"/>
                    </a:p>
                  </a:txBody>
                  <a:tcPr marL="91425" marR="91425" marT="91425" marB="91425"/>
                </a:tc>
                <a:extLst>
                  <a:ext uri="{0D108BD9-81ED-4DB2-BD59-A6C34878D82A}">
                    <a16:rowId xmlns:a16="http://schemas.microsoft.com/office/drawing/2014/main" val="10006"/>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load</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browser has finished loading the page</a:t>
                      </a:r>
                      <a:endParaRPr sz="1400" u="none" strike="noStrike" cap="none"/>
                    </a:p>
                  </a:txBody>
                  <a:tcPr marL="91425" marR="91425" marT="91425" marB="91425"/>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438659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D1B484B0-E120-54CC-746D-A01355F7F365}"/>
            </a:ext>
          </a:extLst>
        </p:cNvPr>
        <p:cNvGrpSpPr/>
        <p:nvPr/>
      </p:nvGrpSpPr>
      <p:grpSpPr>
        <a:xfrm>
          <a:off x="0" y="0"/>
          <a:ext cx="0" cy="0"/>
          <a:chOff x="0" y="0"/>
          <a:chExt cx="0" cy="0"/>
        </a:xfrm>
      </p:grpSpPr>
      <p:sp>
        <p:nvSpPr>
          <p:cNvPr id="232" name="Google Shape;232;p37">
            <a:extLst>
              <a:ext uri="{FF2B5EF4-FFF2-40B4-BE49-F238E27FC236}">
                <a16:creationId xmlns:a16="http://schemas.microsoft.com/office/drawing/2014/main" id="{EA88D694-C230-2E50-7E50-1A22B9D19B5B}"/>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lvl="0"/>
            <a:r>
              <a:rPr lang="en" sz="2400"/>
              <a:t>Exercise 1: Event Handling</a:t>
            </a:r>
            <a:endParaRPr sz="2400"/>
          </a:p>
        </p:txBody>
      </p:sp>
      <p:sp>
        <p:nvSpPr>
          <p:cNvPr id="233" name="Google Shape;233;p37">
            <a:extLst>
              <a:ext uri="{FF2B5EF4-FFF2-40B4-BE49-F238E27FC236}">
                <a16:creationId xmlns:a16="http://schemas.microsoft.com/office/drawing/2014/main" id="{6AF2F277-C415-8B23-3D38-10D28C4F31A1}"/>
              </a:ext>
            </a:extLst>
          </p:cNvPr>
          <p:cNvSpPr txBox="1">
            <a:spLocks noGrp="1"/>
          </p:cNvSpPr>
          <p:nvPr>
            <p:ph type="body" idx="1"/>
          </p:nvPr>
        </p:nvSpPr>
        <p:spPr>
          <a:xfrm>
            <a:off x="311700" y="1225225"/>
            <a:ext cx="3999900" cy="3602350"/>
          </a:xfrm>
          <a:prstGeom prst="rect">
            <a:avLst/>
          </a:prstGeom>
        </p:spPr>
        <p:txBody>
          <a:bodyPr spcFirstLastPara="1" wrap="square" lIns="91425" tIns="91425" rIns="91425" bIns="91425" anchor="t" anchorCtr="0">
            <a:noAutofit/>
          </a:bodyPr>
          <a:lstStyle/>
          <a:p>
            <a:pPr marL="0" lvl="0" indent="0">
              <a:buSzPts val="1800"/>
              <a:buNone/>
            </a:pPr>
            <a:r>
              <a:rPr lang="en-SG"/>
              <a:t>In Ex1.vue, </a:t>
            </a:r>
            <a:r>
              <a:rPr lang="en-US"/>
              <a:t>add code so that</a:t>
            </a:r>
          </a:p>
          <a:p>
            <a:pPr marL="400050" indent="-285750">
              <a:spcBef>
                <a:spcPts val="1600"/>
              </a:spcBef>
              <a:buSzPts val="1800"/>
              <a:buFont typeface="Arial" panose="020B0604020202020204" pitchFamily="34" charset="0"/>
              <a:buChar char="•"/>
            </a:pPr>
            <a:r>
              <a:rPr lang="en-US"/>
              <a:t>the shape changes to square on mouse over event</a:t>
            </a:r>
          </a:p>
          <a:p>
            <a:pPr marL="400050" indent="-285750">
              <a:spcBef>
                <a:spcPts val="1600"/>
              </a:spcBef>
              <a:buSzPts val="1800"/>
              <a:buFont typeface="Arial" panose="020B0604020202020204" pitchFamily="34" charset="0"/>
              <a:buChar char="•"/>
            </a:pPr>
            <a:endParaRPr lang="en-US"/>
          </a:p>
          <a:p>
            <a:pPr marL="400050" indent="-285750">
              <a:buSzPts val="1800"/>
              <a:buFont typeface="Arial" panose="020B0604020202020204" pitchFamily="34" charset="0"/>
              <a:buChar char="•"/>
            </a:pPr>
            <a:r>
              <a:rPr lang="en-US"/>
              <a:t>And it changes back to circle on mouse out event.</a:t>
            </a:r>
            <a:endParaRPr lang="en-US" sz="1800"/>
          </a:p>
          <a:p>
            <a:pPr marL="0" marR="0" lvl="0" indent="0" algn="l" rtl="0">
              <a:lnSpc>
                <a:spcPct val="115000"/>
              </a:lnSpc>
              <a:spcBef>
                <a:spcPts val="600"/>
              </a:spcBef>
              <a:spcAft>
                <a:spcPts val="0"/>
              </a:spcAft>
              <a:buNone/>
            </a:pPr>
            <a:endParaRPr/>
          </a:p>
          <a:p>
            <a:pPr marL="0" marR="0" lvl="0" indent="0" algn="l" rtl="0">
              <a:lnSpc>
                <a:spcPct val="115000"/>
              </a:lnSpc>
              <a:spcBef>
                <a:spcPts val="600"/>
              </a:spcBef>
              <a:spcAft>
                <a:spcPts val="600"/>
              </a:spcAft>
              <a:buNone/>
            </a:pPr>
            <a:r>
              <a:rPr lang="en"/>
              <a:t> </a:t>
            </a:r>
            <a:endParaRPr/>
          </a:p>
        </p:txBody>
      </p:sp>
      <p:pic>
        <p:nvPicPr>
          <p:cNvPr id="2" name="Google Shape;258;p29">
            <a:extLst>
              <a:ext uri="{FF2B5EF4-FFF2-40B4-BE49-F238E27FC236}">
                <a16:creationId xmlns:a16="http://schemas.microsoft.com/office/drawing/2014/main" id="{6BBE19C5-E6B3-1288-9F89-8B6163BB6D99}"/>
              </a:ext>
            </a:extLst>
          </p:cNvPr>
          <p:cNvPicPr preferRelativeResize="0"/>
          <p:nvPr/>
        </p:nvPicPr>
        <p:blipFill rotWithShape="1">
          <a:blip r:embed="rId3">
            <a:alphaModFix/>
          </a:blip>
          <a:srcRect/>
          <a:stretch/>
        </p:blipFill>
        <p:spPr>
          <a:xfrm>
            <a:off x="4572000" y="1935211"/>
            <a:ext cx="1611086" cy="1635304"/>
          </a:xfrm>
          <a:prstGeom prst="rect">
            <a:avLst/>
          </a:prstGeom>
          <a:noFill/>
          <a:ln>
            <a:noFill/>
          </a:ln>
        </p:spPr>
      </p:pic>
      <p:pic>
        <p:nvPicPr>
          <p:cNvPr id="3" name="Google Shape;259;p29">
            <a:extLst>
              <a:ext uri="{FF2B5EF4-FFF2-40B4-BE49-F238E27FC236}">
                <a16:creationId xmlns:a16="http://schemas.microsoft.com/office/drawing/2014/main" id="{59E4BFC9-3BC2-A251-BD04-5F3B51977B4F}"/>
              </a:ext>
            </a:extLst>
          </p:cNvPr>
          <p:cNvPicPr preferRelativeResize="0"/>
          <p:nvPr/>
        </p:nvPicPr>
        <p:blipFill rotWithShape="1">
          <a:blip r:embed="rId4">
            <a:alphaModFix/>
          </a:blip>
          <a:srcRect/>
          <a:stretch/>
        </p:blipFill>
        <p:spPr>
          <a:xfrm>
            <a:off x="7384850" y="1821328"/>
            <a:ext cx="1367264" cy="1749187"/>
          </a:xfrm>
          <a:prstGeom prst="rect">
            <a:avLst/>
          </a:prstGeom>
          <a:noFill/>
          <a:ln>
            <a:noFill/>
          </a:ln>
        </p:spPr>
      </p:pic>
      <p:sp>
        <p:nvSpPr>
          <p:cNvPr id="6" name="Arrow: Right 5">
            <a:extLst>
              <a:ext uri="{FF2B5EF4-FFF2-40B4-BE49-F238E27FC236}">
                <a16:creationId xmlns:a16="http://schemas.microsoft.com/office/drawing/2014/main" id="{28F6A2DA-6B5A-0DE8-4322-C758D202F1B7}"/>
              </a:ext>
            </a:extLst>
          </p:cNvPr>
          <p:cNvSpPr/>
          <p:nvPr/>
        </p:nvSpPr>
        <p:spPr>
          <a:xfrm>
            <a:off x="6468432" y="2571750"/>
            <a:ext cx="317500" cy="279400"/>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557479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808FB445-27AF-7F4B-04FB-CC28BA29CF48}"/>
            </a:ext>
          </a:extLst>
        </p:cNvPr>
        <p:cNvGrpSpPr/>
        <p:nvPr/>
      </p:nvGrpSpPr>
      <p:grpSpPr>
        <a:xfrm>
          <a:off x="0" y="0"/>
          <a:ext cx="0" cy="0"/>
          <a:chOff x="0" y="0"/>
          <a:chExt cx="0" cy="0"/>
        </a:xfrm>
      </p:grpSpPr>
      <p:sp>
        <p:nvSpPr>
          <p:cNvPr id="147" name="Google Shape;147;p25">
            <a:extLst>
              <a:ext uri="{FF2B5EF4-FFF2-40B4-BE49-F238E27FC236}">
                <a16:creationId xmlns:a16="http://schemas.microsoft.com/office/drawing/2014/main" id="{C0013917-890D-56DC-F890-422E73D78A42}"/>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Lifecycle Hooks</a:t>
            </a:r>
            <a:endParaRPr dirty="0"/>
          </a:p>
        </p:txBody>
      </p:sp>
      <p:sp>
        <p:nvSpPr>
          <p:cNvPr id="148" name="Google Shape;148;p25">
            <a:extLst>
              <a:ext uri="{FF2B5EF4-FFF2-40B4-BE49-F238E27FC236}">
                <a16:creationId xmlns:a16="http://schemas.microsoft.com/office/drawing/2014/main" id="{0370081D-89E3-6148-98BD-D74070E31F6B}"/>
              </a:ext>
            </a:extLst>
          </p:cNvPr>
          <p:cNvSpPr txBox="1">
            <a:spLocks noGrp="1"/>
          </p:cNvSpPr>
          <p:nvPr>
            <p:ph type="body" idx="1"/>
          </p:nvPr>
        </p:nvSpPr>
        <p:spPr>
          <a:xfrm>
            <a:off x="311699" y="1225225"/>
            <a:ext cx="4601823" cy="3602350"/>
          </a:xfrm>
          <a:prstGeom prst="rect">
            <a:avLst/>
          </a:prstGeom>
        </p:spPr>
        <p:txBody>
          <a:bodyPr spcFirstLastPara="1" wrap="square" lIns="91425" tIns="91425" rIns="91425" bIns="91425" anchor="t" anchorCtr="0">
            <a:noAutofit/>
          </a:bodyPr>
          <a:lstStyle/>
          <a:p>
            <a:pPr marL="139700" indent="0">
              <a:buNone/>
            </a:pPr>
            <a:r>
              <a:rPr lang="en-SG" b="1" dirty="0"/>
              <a:t>Lifecycle hooks</a:t>
            </a:r>
            <a:r>
              <a:rPr lang="en-SG" dirty="0"/>
              <a:t> are functions you run at specific stages of a component’s life:</a:t>
            </a:r>
          </a:p>
          <a:p>
            <a:pPr marL="609600" lvl="1" indent="0">
              <a:buNone/>
            </a:pPr>
            <a:r>
              <a:rPr lang="en-SG" dirty="0"/>
              <a:t>created (setup starts)</a:t>
            </a:r>
          </a:p>
          <a:p>
            <a:pPr marL="609600" lvl="1" indent="0">
              <a:buNone/>
            </a:pPr>
            <a:r>
              <a:rPr lang="en-SG" dirty="0"/>
              <a:t>mounted (DOM rendered)</a:t>
            </a:r>
          </a:p>
          <a:p>
            <a:pPr marL="609600" lvl="1" indent="0">
              <a:buNone/>
            </a:pPr>
            <a:r>
              <a:rPr lang="en-SG" dirty="0"/>
              <a:t>updated (reactive state changes → re-render)</a:t>
            </a:r>
          </a:p>
          <a:p>
            <a:pPr marL="609600" lvl="1" indent="0">
              <a:buNone/>
            </a:pPr>
            <a:r>
              <a:rPr lang="en-SG" dirty="0"/>
              <a:t>unmounted (component removed)</a:t>
            </a:r>
          </a:p>
          <a:p>
            <a:pPr marL="139700" indent="0">
              <a:buNone/>
            </a:pPr>
            <a:endParaRPr lang="en-SG" dirty="0"/>
          </a:p>
          <a:p>
            <a:pPr marL="139700" indent="0">
              <a:buNone/>
            </a:pPr>
            <a:r>
              <a:rPr lang="en-SG" dirty="0"/>
              <a:t>They help you control </a:t>
            </a:r>
            <a:r>
              <a:rPr lang="en-SG" i="1" dirty="0"/>
              <a:t>when</a:t>
            </a:r>
            <a:r>
              <a:rPr lang="en-SG" dirty="0"/>
              <a:t> to load data, connect/disconnect resources, or interact with the DOM.</a:t>
            </a:r>
          </a:p>
          <a:p>
            <a:pPr marL="0" marR="0" lvl="0" indent="0" algn="l" rtl="0">
              <a:lnSpc>
                <a:spcPct val="115000"/>
              </a:lnSpc>
              <a:spcAft>
                <a:spcPts val="0"/>
              </a:spcAft>
              <a:buNone/>
            </a:pPr>
            <a:endParaRPr lang="en"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endParaRPr dirty="0"/>
          </a:p>
        </p:txBody>
      </p:sp>
      <p:sp>
        <p:nvSpPr>
          <p:cNvPr id="2" name="Google Shape;142;p24">
            <a:extLst>
              <a:ext uri="{FF2B5EF4-FFF2-40B4-BE49-F238E27FC236}">
                <a16:creationId xmlns:a16="http://schemas.microsoft.com/office/drawing/2014/main" id="{11D3BC20-F83A-9F14-6744-375E2A79C08B}"/>
              </a:ext>
            </a:extLst>
          </p:cNvPr>
          <p:cNvSpPr txBox="1">
            <a:spLocks noGrp="1"/>
          </p:cNvSpPr>
          <p:nvPr>
            <p:ph type="body" idx="2"/>
          </p:nvPr>
        </p:nvSpPr>
        <p:spPr>
          <a:xfrm>
            <a:off x="4862060" y="1225224"/>
            <a:ext cx="3970240" cy="3803975"/>
          </a:xfrm>
          <a:prstGeom prst="rect">
            <a:avLst/>
          </a:prstGeom>
        </p:spPr>
        <p:txBody>
          <a:bodyPr spcFirstLastPara="1" wrap="square" lIns="91425" tIns="91425" rIns="91425" bIns="91425" anchor="t" anchorCtr="0">
            <a:noAutofit/>
          </a:bodyPr>
          <a:lstStyle/>
          <a:p>
            <a:pPr marL="0" indent="0">
              <a:buNone/>
            </a:pPr>
            <a:r>
              <a:rPr lang="en" b="1" dirty="0"/>
              <a:t>Example: </a:t>
            </a:r>
            <a:r>
              <a:rPr lang="en-SG" i="1" dirty="0"/>
              <a:t>Example13.vue</a:t>
            </a:r>
            <a:endParaRPr lang="en" b="1" dirty="0"/>
          </a:p>
          <a:p>
            <a:pPr marL="0" indent="0">
              <a:buNone/>
            </a:pPr>
            <a:endParaRPr lang="en-SG" b="1" dirty="0">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SG" b="1" dirty="0" err="1">
                <a:latin typeface="Open Sans" panose="020B0606030504020204" pitchFamily="34" charset="0"/>
                <a:ea typeface="Open Sans" panose="020B0606030504020204" pitchFamily="34" charset="0"/>
                <a:cs typeface="Open Sans" panose="020B0606030504020204" pitchFamily="34" charset="0"/>
              </a:rPr>
              <a:t>onCreated</a:t>
            </a:r>
            <a:r>
              <a:rPr lang="en-SG" b="1" dirty="0">
                <a:latin typeface="Open Sans" panose="020B0606030504020204" pitchFamily="34" charset="0"/>
                <a:ea typeface="Open Sans" panose="020B0606030504020204" pitchFamily="34" charset="0"/>
                <a:cs typeface="Open Sans" panose="020B0606030504020204" pitchFamily="34" charset="0"/>
              </a:rPr>
              <a:t>(() =&gt; { ... })</a:t>
            </a:r>
            <a:br>
              <a:rPr lang="en-SG" dirty="0">
                <a:latin typeface="Open Sans" panose="020B0606030504020204" pitchFamily="34" charset="0"/>
                <a:ea typeface="Open Sans" panose="020B0606030504020204" pitchFamily="34" charset="0"/>
                <a:cs typeface="Open Sans" panose="020B0606030504020204" pitchFamily="34" charset="0"/>
              </a:rPr>
            </a:br>
            <a:r>
              <a:rPr lang="en-SG" dirty="0"/>
              <a:t>Runs </a:t>
            </a:r>
            <a:r>
              <a:rPr lang="en-SG" b="1" dirty="0"/>
              <a:t>after</a:t>
            </a:r>
            <a:r>
              <a:rPr lang="en-SG" dirty="0"/>
              <a:t> the component is created. </a:t>
            </a:r>
            <a:r>
              <a:rPr lang="en-SG" b="1" dirty="0"/>
              <a:t>Use for:</a:t>
            </a:r>
            <a:r>
              <a:rPr lang="en-SG" dirty="0"/>
              <a:t> initial API calls, initializing data </a:t>
            </a:r>
          </a:p>
          <a:p>
            <a:pPr marL="0" indent="0">
              <a:buNone/>
            </a:pPr>
            <a:endParaRPr lang="en-SG" b="1" dirty="0"/>
          </a:p>
          <a:p>
            <a:pPr marL="0" indent="0">
              <a:buNone/>
            </a:pPr>
            <a:r>
              <a:rPr lang="en-SG" b="1" dirty="0" err="1">
                <a:latin typeface="Open Sans" panose="020B0606030504020204" pitchFamily="34" charset="0"/>
                <a:ea typeface="Open Sans" panose="020B0606030504020204" pitchFamily="34" charset="0"/>
                <a:cs typeface="Open Sans" panose="020B0606030504020204" pitchFamily="34" charset="0"/>
              </a:rPr>
              <a:t>onMounted</a:t>
            </a:r>
            <a:r>
              <a:rPr lang="en-SG" b="1" dirty="0">
                <a:latin typeface="Open Sans" panose="020B0606030504020204" pitchFamily="34" charset="0"/>
                <a:ea typeface="Open Sans" panose="020B0606030504020204" pitchFamily="34" charset="0"/>
                <a:cs typeface="Open Sans" panose="020B0606030504020204" pitchFamily="34" charset="0"/>
              </a:rPr>
              <a:t>(() =&gt; { ... })</a:t>
            </a:r>
            <a:endParaRPr lang="en-SG" dirty="0">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SG" dirty="0"/>
              <a:t>Runs </a:t>
            </a:r>
            <a:r>
              <a:rPr lang="en-SG" b="1" dirty="0"/>
              <a:t>after</a:t>
            </a:r>
            <a:r>
              <a:rPr lang="en-SG" dirty="0"/>
              <a:t> the component is inserted into the DOM. </a:t>
            </a:r>
            <a:r>
              <a:rPr lang="en-SG" b="1" dirty="0"/>
              <a:t>Use for:</a:t>
            </a:r>
            <a:r>
              <a:rPr lang="en-SG" dirty="0"/>
              <a:t> initial API calls, DOM access (focus input), initializing data</a:t>
            </a:r>
          </a:p>
          <a:p>
            <a:pPr marL="0" indent="0">
              <a:buNone/>
            </a:pPr>
            <a:endParaRPr lang="en-SG" b="1" dirty="0"/>
          </a:p>
          <a:p>
            <a:pPr marL="0" indent="0">
              <a:buNone/>
            </a:pPr>
            <a:r>
              <a:rPr lang="en-SG" b="1" dirty="0" err="1">
                <a:latin typeface="Open Sans" panose="020B0606030504020204" pitchFamily="34" charset="0"/>
                <a:ea typeface="Open Sans" panose="020B0606030504020204" pitchFamily="34" charset="0"/>
                <a:cs typeface="Open Sans" panose="020B0606030504020204" pitchFamily="34" charset="0"/>
              </a:rPr>
              <a:t>onUnmounted</a:t>
            </a:r>
            <a:r>
              <a:rPr lang="en-SG" b="1" dirty="0">
                <a:latin typeface="Open Sans" panose="020B0606030504020204" pitchFamily="34" charset="0"/>
                <a:ea typeface="Open Sans" panose="020B0606030504020204" pitchFamily="34" charset="0"/>
                <a:cs typeface="Open Sans" panose="020B0606030504020204" pitchFamily="34" charset="0"/>
              </a:rPr>
              <a:t>(() =&gt; { ... })</a:t>
            </a:r>
            <a:br>
              <a:rPr lang="en-SG" dirty="0"/>
            </a:br>
            <a:r>
              <a:rPr lang="en-SG" dirty="0"/>
              <a:t>Runs </a:t>
            </a:r>
            <a:r>
              <a:rPr lang="en-SG" b="1" dirty="0"/>
              <a:t>before/when</a:t>
            </a:r>
            <a:r>
              <a:rPr lang="en-SG" dirty="0"/>
              <a:t> the component is removed from the page. </a:t>
            </a:r>
            <a:r>
              <a:rPr lang="en-SG" b="1" dirty="0"/>
              <a:t>Use for:</a:t>
            </a:r>
            <a:r>
              <a:rPr lang="en-SG" dirty="0"/>
              <a:t> cleanup (</a:t>
            </a:r>
            <a:r>
              <a:rPr lang="en-SG" dirty="0" err="1"/>
              <a:t>clearInterval</a:t>
            </a:r>
            <a:r>
              <a:rPr lang="en-SG" dirty="0"/>
              <a:t>, remove event listeners, close sockets)</a:t>
            </a:r>
          </a:p>
        </p:txBody>
      </p:sp>
      <p:sp>
        <p:nvSpPr>
          <p:cNvPr id="3" name="Google Shape;150;p13">
            <a:extLst>
              <a:ext uri="{FF2B5EF4-FFF2-40B4-BE49-F238E27FC236}">
                <a16:creationId xmlns:a16="http://schemas.microsoft.com/office/drawing/2014/main" id="{6A0EF3FF-4072-4A25-CF93-C9721376AA24}"/>
              </a:ext>
            </a:extLst>
          </p:cNvPr>
          <p:cNvSpPr/>
          <p:nvPr/>
        </p:nvSpPr>
        <p:spPr>
          <a:xfrm>
            <a:off x="1287061" y="4369799"/>
            <a:ext cx="3408300" cy="659400"/>
          </a:xfrm>
          <a:prstGeom prst="wedgeRoundRectCallout">
            <a:avLst>
              <a:gd name="adj1" fmla="val 46071"/>
              <a:gd name="adj2" fmla="val 6549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SG" sz="1400" b="0" i="0" u="none" strike="noStrike" cap="none" dirty="0">
                <a:solidFill>
                  <a:srgbClr val="000000"/>
                </a:solidFill>
                <a:latin typeface="Arial"/>
                <a:ea typeface="Arial"/>
                <a:cs typeface="Arial"/>
                <a:sym typeface="Arial"/>
              </a:rPr>
              <a:t>I</a:t>
            </a:r>
            <a:r>
              <a:rPr lang="en" sz="1400" b="0" i="0" u="none" strike="noStrike" cap="none" dirty="0">
                <a:solidFill>
                  <a:srgbClr val="000000"/>
                </a:solidFill>
                <a:latin typeface="Arial"/>
                <a:ea typeface="Arial"/>
                <a:cs typeface="Arial"/>
                <a:sym typeface="Arial"/>
              </a:rPr>
              <a:t>n this course, we shall only focus on </a:t>
            </a:r>
            <a:r>
              <a:rPr lang="en" sz="14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onMounted</a:t>
            </a:r>
            <a:endParaRPr sz="14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p:txBody>
      </p:sp>
    </p:spTree>
    <p:extLst>
      <p:ext uri="{BB962C8B-B14F-4D97-AF65-F5344CB8AC3E}">
        <p14:creationId xmlns:p14="http://schemas.microsoft.com/office/powerpoint/2010/main" val="1210614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E5DD6B87-0234-23A2-D4D5-28FC75FAB742}"/>
            </a:ext>
          </a:extLst>
        </p:cNvPr>
        <p:cNvGrpSpPr/>
        <p:nvPr/>
      </p:nvGrpSpPr>
      <p:grpSpPr>
        <a:xfrm>
          <a:off x="0" y="0"/>
          <a:ext cx="0" cy="0"/>
          <a:chOff x="0" y="0"/>
          <a:chExt cx="0" cy="0"/>
        </a:xfrm>
      </p:grpSpPr>
      <p:sp>
        <p:nvSpPr>
          <p:cNvPr id="147" name="Google Shape;147;p25">
            <a:extLst>
              <a:ext uri="{FF2B5EF4-FFF2-40B4-BE49-F238E27FC236}">
                <a16:creationId xmlns:a16="http://schemas.microsoft.com/office/drawing/2014/main" id="{5FDCD781-FCEA-2243-3114-27B251603E10}"/>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Using JavaScript Expressions (1)</a:t>
            </a:r>
            <a:endParaRPr/>
          </a:p>
        </p:txBody>
      </p:sp>
      <p:sp>
        <p:nvSpPr>
          <p:cNvPr id="148" name="Google Shape;148;p25">
            <a:extLst>
              <a:ext uri="{FF2B5EF4-FFF2-40B4-BE49-F238E27FC236}">
                <a16:creationId xmlns:a16="http://schemas.microsoft.com/office/drawing/2014/main" id="{330E7DE1-CBB1-D566-C2DE-086F66A34A56}"/>
              </a:ext>
            </a:extLst>
          </p:cNvPr>
          <p:cNvSpPr txBox="1">
            <a:spLocks noGrp="1"/>
          </p:cNvSpPr>
          <p:nvPr>
            <p:ph type="body" idx="1"/>
          </p:nvPr>
        </p:nvSpPr>
        <p:spPr>
          <a:xfrm>
            <a:off x="311699" y="1225225"/>
            <a:ext cx="4601823" cy="3602350"/>
          </a:xfrm>
          <a:prstGeom prst="rect">
            <a:avLst/>
          </a:prstGeom>
        </p:spPr>
        <p:txBody>
          <a:bodyPr spcFirstLastPara="1" wrap="square" lIns="91425" tIns="91425" rIns="91425" bIns="91425" anchor="t" anchorCtr="0">
            <a:noAutofit/>
          </a:bodyPr>
          <a:lstStyle/>
          <a:p>
            <a:pPr marL="0" lvl="0" indent="0">
              <a:spcAft>
                <a:spcPts val="600"/>
              </a:spcAft>
              <a:buNone/>
            </a:pPr>
            <a:r>
              <a:rPr lang="en"/>
              <a:t>Not only binding simple property like name in templates, we can also use JavaScript expressions </a:t>
            </a:r>
          </a:p>
          <a:p>
            <a:pPr marL="0" marR="0" lvl="0" indent="0" algn="l" rtl="0">
              <a:lnSpc>
                <a:spcPct val="115000"/>
              </a:lnSpc>
              <a:spcAft>
                <a:spcPts val="0"/>
              </a:spcAft>
              <a:buNone/>
            </a:pPr>
            <a:endParaRPr lang="en"/>
          </a:p>
          <a:p>
            <a:pPr marL="0" marR="0" lvl="0" indent="0" algn="l" rtl="0">
              <a:lnSpc>
                <a:spcPct val="115000"/>
              </a:lnSpc>
              <a:spcBef>
                <a:spcPts val="0"/>
              </a:spcBef>
              <a:spcAft>
                <a:spcPts val="0"/>
              </a:spcAft>
              <a:buNone/>
            </a:pPr>
            <a:endParaRPr/>
          </a:p>
          <a:p>
            <a:pPr marL="0" marR="0" lvl="0" indent="0" algn="l" rtl="0">
              <a:lnSpc>
                <a:spcPct val="115000"/>
              </a:lnSpc>
              <a:spcBef>
                <a:spcPts val="0"/>
              </a:spcBef>
              <a:spcAft>
                <a:spcPts val="0"/>
              </a:spcAft>
              <a:buNone/>
            </a:pPr>
            <a:endParaRPr/>
          </a:p>
        </p:txBody>
      </p:sp>
      <p:sp>
        <p:nvSpPr>
          <p:cNvPr id="2" name="Google Shape;142;p24">
            <a:extLst>
              <a:ext uri="{FF2B5EF4-FFF2-40B4-BE49-F238E27FC236}">
                <a16:creationId xmlns:a16="http://schemas.microsoft.com/office/drawing/2014/main" id="{2B290B18-D1F9-2EEF-0E1A-F798C2EBFBDD}"/>
              </a:ext>
            </a:extLst>
          </p:cNvPr>
          <p:cNvSpPr txBox="1">
            <a:spLocks noGrp="1"/>
          </p:cNvSpPr>
          <p:nvPr>
            <p:ph type="body" idx="2"/>
          </p:nvPr>
        </p:nvSpPr>
        <p:spPr>
          <a:xfrm>
            <a:off x="4862060" y="1225225"/>
            <a:ext cx="3970240" cy="2421086"/>
          </a:xfrm>
          <a:prstGeom prst="rect">
            <a:avLst/>
          </a:prstGeom>
        </p:spPr>
        <p:txBody>
          <a:bodyPr spcFirstLastPara="1" wrap="square" lIns="91425" tIns="91425" rIns="91425" bIns="91425" anchor="t" anchorCtr="0">
            <a:noAutofit/>
          </a:bodyPr>
          <a:lstStyle/>
          <a:p>
            <a:pPr marL="0" lvl="0" indent="0">
              <a:buNone/>
            </a:pPr>
            <a:r>
              <a:rPr lang="en" b="1" dirty="0"/>
              <a:t>Example: </a:t>
            </a:r>
            <a:r>
              <a:rPr lang="en-SG" i="1" dirty="0"/>
              <a:t>Example2.vue</a:t>
            </a:r>
            <a:endParaRPr lang="en" b="1" dirty="0"/>
          </a:p>
          <a:p>
            <a:pPr marL="0" lvl="0" indent="0" algn="l" rtl="0">
              <a:spcBef>
                <a:spcPts val="0"/>
              </a:spcBef>
              <a:spcAft>
                <a:spcPts val="0"/>
              </a:spcAft>
              <a:buNone/>
            </a:pPr>
            <a:endParaRPr lang="en" b="1" i="1" dirty="0"/>
          </a:p>
          <a:p>
            <a:pPr marL="0" lvl="0" indent="0" algn="l" rtl="0">
              <a:spcBef>
                <a:spcPts val="0"/>
              </a:spcBef>
              <a:spcAft>
                <a:spcPts val="0"/>
              </a:spcAft>
              <a:buNone/>
            </a:pPr>
            <a:r>
              <a:rPr lang="en" dirty="0">
                <a:latin typeface="Open Sans" panose="020B0606030504020204" pitchFamily="34" charset="0"/>
                <a:ea typeface="Open Sans" panose="020B0606030504020204" pitchFamily="34" charset="0"/>
                <a:cs typeface="Open Sans" panose="020B0606030504020204" pitchFamily="34" charset="0"/>
              </a:rPr>
              <a:t>&lt;template&gt;</a:t>
            </a:r>
          </a:p>
          <a:p>
            <a:pPr marL="0" lvl="0" indent="0">
              <a:buNone/>
            </a:pPr>
            <a:r>
              <a:rPr lang="en" dirty="0">
                <a:latin typeface="Open Sans" panose="020B0606030504020204" pitchFamily="34" charset="0"/>
                <a:ea typeface="Open Sans" panose="020B0606030504020204" pitchFamily="34" charset="0"/>
                <a:cs typeface="Open Sans" panose="020B0606030504020204" pitchFamily="34" charset="0"/>
              </a:rPr>
              <a:t>   </a:t>
            </a:r>
            <a:r>
              <a:rPr lang="en-SG" dirty="0">
                <a:latin typeface="Open Sans" panose="020B0606030504020204" pitchFamily="34" charset="0"/>
                <a:ea typeface="Open Sans" panose="020B0606030504020204" pitchFamily="34" charset="0"/>
                <a:cs typeface="Open Sans" panose="020B0606030504020204" pitchFamily="34" charset="0"/>
              </a:rPr>
              <a:t>{{ number + 1 }}</a:t>
            </a:r>
          </a:p>
          <a:p>
            <a:pPr marL="0" lvl="0" indent="0">
              <a:buNone/>
            </a:pPr>
            <a:r>
              <a:rPr lang="en-SG" dirty="0">
                <a:latin typeface="Open Sans" panose="020B0606030504020204" pitchFamily="34" charset="0"/>
                <a:ea typeface="Open Sans" panose="020B0606030504020204" pitchFamily="34" charset="0"/>
                <a:cs typeface="Open Sans" panose="020B0606030504020204" pitchFamily="34" charset="0"/>
              </a:rPr>
              <a:t>   {{ ok ? 'YES' : 'NO' }}</a:t>
            </a:r>
          </a:p>
          <a:p>
            <a:pPr marL="0" lvl="0" indent="0">
              <a:buNone/>
            </a:pPr>
            <a:r>
              <a:rPr lang="en-SG" dirty="0">
                <a:latin typeface="Open Sans" panose="020B0606030504020204" pitchFamily="34" charset="0"/>
                <a:ea typeface="Open Sans" panose="020B0606030504020204" pitchFamily="34" charset="0"/>
                <a:cs typeface="Open Sans" panose="020B0606030504020204" pitchFamily="34" charset="0"/>
              </a:rPr>
              <a:t>   {{ </a:t>
            </a:r>
            <a:r>
              <a:rPr lang="en-SG" dirty="0" err="1">
                <a:latin typeface="Open Sans" panose="020B0606030504020204" pitchFamily="34" charset="0"/>
                <a:ea typeface="Open Sans" panose="020B0606030504020204" pitchFamily="34" charset="0"/>
                <a:cs typeface="Open Sans" panose="020B0606030504020204" pitchFamily="34" charset="0"/>
              </a:rPr>
              <a:t>message.split</a:t>
            </a:r>
            <a:r>
              <a:rPr lang="en-SG" dirty="0">
                <a:latin typeface="Open Sans" panose="020B0606030504020204" pitchFamily="34" charset="0"/>
                <a:ea typeface="Open Sans" panose="020B0606030504020204" pitchFamily="34" charset="0"/>
                <a:cs typeface="Open Sans" panose="020B0606030504020204" pitchFamily="34" charset="0"/>
              </a:rPr>
              <a:t>('').reverse().join('') }}</a:t>
            </a:r>
          </a:p>
          <a:p>
            <a:pPr marL="0" lvl="0" indent="0">
              <a:buNone/>
            </a:pPr>
            <a:endParaRPr lang="en-SG" dirty="0">
              <a:latin typeface="Open Sans" panose="020B0606030504020204" pitchFamily="34" charset="0"/>
              <a:ea typeface="Open Sans" panose="020B0606030504020204" pitchFamily="34" charset="0"/>
              <a:cs typeface="Open Sans" panose="020B0606030504020204" pitchFamily="34" charset="0"/>
            </a:endParaRPr>
          </a:p>
          <a:p>
            <a:pPr marL="0" lvl="0" indent="0">
              <a:buNone/>
            </a:pPr>
            <a:r>
              <a:rPr lang="en-SG" dirty="0">
                <a:latin typeface="Open Sans" panose="020B0606030504020204" pitchFamily="34" charset="0"/>
                <a:ea typeface="Open Sans" panose="020B0606030504020204" pitchFamily="34" charset="0"/>
                <a:cs typeface="Open Sans" panose="020B0606030504020204" pitchFamily="34" charset="0"/>
              </a:rPr>
              <a:t>   &lt;div :id="`list-${id}`"&gt;&lt;/div&gt;</a:t>
            </a:r>
            <a:endParaRPr lang="en" dirty="0">
              <a:latin typeface="Open Sans" panose="020B0606030504020204" pitchFamily="34" charset="0"/>
              <a:ea typeface="Open Sans" panose="020B0606030504020204" pitchFamily="34" charset="0"/>
              <a:cs typeface="Open Sans" panose="020B0606030504020204" pitchFamily="34" charset="0"/>
            </a:endParaRPr>
          </a:p>
          <a:p>
            <a:pPr marL="0" lvl="0" indent="0" algn="l" rtl="0">
              <a:spcBef>
                <a:spcPts val="0"/>
              </a:spcBef>
              <a:spcAft>
                <a:spcPts val="0"/>
              </a:spcAft>
              <a:buNone/>
            </a:pPr>
            <a:r>
              <a:rPr lang="en" dirty="0">
                <a:latin typeface="Open Sans" panose="020B0606030504020204" pitchFamily="34" charset="0"/>
                <a:ea typeface="Open Sans" panose="020B0606030504020204" pitchFamily="34" charset="0"/>
                <a:cs typeface="Open Sans" panose="020B0606030504020204" pitchFamily="34" charset="0"/>
              </a:rPr>
              <a:t>&lt;/template&gt;</a:t>
            </a:r>
            <a:endParaRPr dirty="0">
              <a:latin typeface="Open Sans" panose="020B0606030504020204" pitchFamily="34" charset="0"/>
              <a:ea typeface="Open Sans" panose="020B0606030504020204" pitchFamily="34" charset="0"/>
              <a:cs typeface="Open Sans" panose="020B0606030504020204" pitchFamily="34" charset="0"/>
            </a:endParaRPr>
          </a:p>
          <a:p>
            <a:pPr marL="0" lvl="0" indent="0" algn="l" rtl="0">
              <a:spcBef>
                <a:spcPts val="0"/>
              </a:spcBef>
              <a:spcAft>
                <a:spcPts val="1600"/>
              </a:spcAft>
              <a:buNone/>
            </a:pPr>
            <a:endParaRPr dirty="0"/>
          </a:p>
        </p:txBody>
      </p:sp>
    </p:spTree>
    <p:extLst>
      <p:ext uri="{BB962C8B-B14F-4D97-AF65-F5344CB8AC3E}">
        <p14:creationId xmlns:p14="http://schemas.microsoft.com/office/powerpoint/2010/main" val="1553067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ECBEE33C-A9D0-64D5-C6A6-2FE8BEF2C3E2}"/>
            </a:ext>
          </a:extLst>
        </p:cNvPr>
        <p:cNvGrpSpPr/>
        <p:nvPr/>
      </p:nvGrpSpPr>
      <p:grpSpPr>
        <a:xfrm>
          <a:off x="0" y="0"/>
          <a:ext cx="0" cy="0"/>
          <a:chOff x="0" y="0"/>
          <a:chExt cx="0" cy="0"/>
        </a:xfrm>
      </p:grpSpPr>
      <p:sp>
        <p:nvSpPr>
          <p:cNvPr id="147" name="Google Shape;147;p25">
            <a:extLst>
              <a:ext uri="{FF2B5EF4-FFF2-40B4-BE49-F238E27FC236}">
                <a16:creationId xmlns:a16="http://schemas.microsoft.com/office/drawing/2014/main" id="{FB99D395-C09C-AD9F-1023-E6D070A3240A}"/>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Using JavaScript Expressions (2)</a:t>
            </a:r>
            <a:endParaRPr/>
          </a:p>
        </p:txBody>
      </p:sp>
      <p:sp>
        <p:nvSpPr>
          <p:cNvPr id="148" name="Google Shape;148;p25">
            <a:extLst>
              <a:ext uri="{FF2B5EF4-FFF2-40B4-BE49-F238E27FC236}">
                <a16:creationId xmlns:a16="http://schemas.microsoft.com/office/drawing/2014/main" id="{D2417A24-9B2B-EE8A-7E3B-3F58875329AD}"/>
              </a:ext>
            </a:extLst>
          </p:cNvPr>
          <p:cNvSpPr txBox="1">
            <a:spLocks noGrp="1"/>
          </p:cNvSpPr>
          <p:nvPr>
            <p:ph type="body" idx="1"/>
          </p:nvPr>
        </p:nvSpPr>
        <p:spPr>
          <a:xfrm>
            <a:off x="311699" y="1225225"/>
            <a:ext cx="4601823" cy="3602350"/>
          </a:xfrm>
          <a:prstGeom prst="rect">
            <a:avLst/>
          </a:prstGeom>
        </p:spPr>
        <p:txBody>
          <a:bodyPr spcFirstLastPara="1" wrap="square" lIns="91425" tIns="91425" rIns="91425" bIns="91425" anchor="t" anchorCtr="0">
            <a:noAutofit/>
          </a:bodyPr>
          <a:lstStyle/>
          <a:p>
            <a:pPr marL="0" lvl="0" indent="0">
              <a:spcAft>
                <a:spcPts val="600"/>
              </a:spcAft>
              <a:buNone/>
            </a:pPr>
            <a:r>
              <a:rPr lang="en" b="1"/>
              <a:t>Expressions Only</a:t>
            </a:r>
          </a:p>
          <a:p>
            <a:pPr marL="0" lvl="0" indent="0">
              <a:spcAft>
                <a:spcPts val="600"/>
              </a:spcAft>
              <a:buNone/>
            </a:pPr>
            <a:endParaRPr lang="en"/>
          </a:p>
          <a:p>
            <a:pPr marL="139700" indent="0">
              <a:buNone/>
            </a:pPr>
            <a:r>
              <a:rPr lang="en-SG"/>
              <a:t>Each binding can only contain </a:t>
            </a:r>
            <a:r>
              <a:rPr lang="en-SG" b="1"/>
              <a:t>one single expression</a:t>
            </a:r>
            <a:r>
              <a:rPr lang="en-SG"/>
              <a:t>. </a:t>
            </a:r>
          </a:p>
          <a:p>
            <a:pPr marL="139700" indent="0">
              <a:buNone/>
            </a:pPr>
            <a:endParaRPr lang="en-SG"/>
          </a:p>
          <a:p>
            <a:pPr marL="139700" indent="0">
              <a:buNone/>
            </a:pPr>
            <a:r>
              <a:rPr lang="en-SG"/>
              <a:t>An expression is a piece of code that can be evaluated to a value. A simple check is whether it can be used after return.</a:t>
            </a:r>
          </a:p>
          <a:p>
            <a:pPr marL="0" marR="0" lvl="0" indent="0" algn="l" rtl="0">
              <a:lnSpc>
                <a:spcPct val="115000"/>
              </a:lnSpc>
              <a:spcAft>
                <a:spcPts val="0"/>
              </a:spcAft>
              <a:buNone/>
            </a:pPr>
            <a:endParaRPr lang="en"/>
          </a:p>
          <a:p>
            <a:pPr marL="0" marR="0" lvl="0" indent="0" algn="l" rtl="0">
              <a:lnSpc>
                <a:spcPct val="115000"/>
              </a:lnSpc>
              <a:spcBef>
                <a:spcPts val="0"/>
              </a:spcBef>
              <a:spcAft>
                <a:spcPts val="0"/>
              </a:spcAft>
              <a:buNone/>
            </a:pPr>
            <a:endParaRPr/>
          </a:p>
          <a:p>
            <a:pPr marL="0" marR="0" lvl="0" indent="0" algn="l" rtl="0">
              <a:lnSpc>
                <a:spcPct val="115000"/>
              </a:lnSpc>
              <a:spcBef>
                <a:spcPts val="0"/>
              </a:spcBef>
              <a:spcAft>
                <a:spcPts val="0"/>
              </a:spcAft>
              <a:buNone/>
            </a:pPr>
            <a:endParaRPr/>
          </a:p>
        </p:txBody>
      </p:sp>
      <p:sp>
        <p:nvSpPr>
          <p:cNvPr id="2" name="Google Shape;142;p24">
            <a:extLst>
              <a:ext uri="{FF2B5EF4-FFF2-40B4-BE49-F238E27FC236}">
                <a16:creationId xmlns:a16="http://schemas.microsoft.com/office/drawing/2014/main" id="{D0D139D9-9B0C-09DA-6AD9-6C4919DDAF60}"/>
              </a:ext>
            </a:extLst>
          </p:cNvPr>
          <p:cNvSpPr txBox="1">
            <a:spLocks noGrp="1"/>
          </p:cNvSpPr>
          <p:nvPr>
            <p:ph type="body" idx="2"/>
          </p:nvPr>
        </p:nvSpPr>
        <p:spPr>
          <a:xfrm>
            <a:off x="4862060" y="1225224"/>
            <a:ext cx="4108320" cy="324260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Example: This does not work! Try it yourself!</a:t>
            </a:r>
          </a:p>
          <a:p>
            <a:pPr marL="0" lvl="0" indent="0" algn="l" rtl="0">
              <a:spcBef>
                <a:spcPts val="0"/>
              </a:spcBef>
              <a:spcAft>
                <a:spcPts val="0"/>
              </a:spcAft>
              <a:buNone/>
            </a:pPr>
            <a:endParaRPr lang="en" b="1" i="1"/>
          </a:p>
          <a:p>
            <a:pPr marL="0" lvl="0" indent="0" algn="l" rtl="0">
              <a:spcBef>
                <a:spcPts val="0"/>
              </a:spcBef>
              <a:spcAft>
                <a:spcPts val="0"/>
              </a:spcAft>
              <a:buNone/>
            </a:pPr>
            <a:r>
              <a:rPr lang="en">
                <a:latin typeface="Open Sans" panose="020B0606030504020204" pitchFamily="34" charset="0"/>
                <a:ea typeface="Open Sans" panose="020B0606030504020204" pitchFamily="34" charset="0"/>
                <a:cs typeface="Open Sans" panose="020B0606030504020204" pitchFamily="34" charset="0"/>
              </a:rPr>
              <a:t>&lt;template&gt;</a:t>
            </a:r>
          </a:p>
          <a:p>
            <a:pPr marL="0" lvl="0" indent="0">
              <a:buNone/>
            </a:pPr>
            <a:r>
              <a:rPr lang="en">
                <a:latin typeface="Open Sans" panose="020B0606030504020204" pitchFamily="34" charset="0"/>
                <a:ea typeface="Open Sans" panose="020B0606030504020204" pitchFamily="34" charset="0"/>
                <a:cs typeface="Open Sans" panose="020B0606030504020204" pitchFamily="34" charset="0"/>
              </a:rPr>
              <a:t>   </a:t>
            </a:r>
            <a:r>
              <a:rPr lang="en-US">
                <a:latin typeface="Open Sans" panose="020B0606030504020204" pitchFamily="34" charset="0"/>
                <a:ea typeface="Open Sans" panose="020B0606030504020204" pitchFamily="34" charset="0"/>
                <a:cs typeface="Open Sans" panose="020B0606030504020204" pitchFamily="34" charset="0"/>
              </a:rPr>
              <a:t>&lt;!-- this is a statement, not an expression: --&gt;</a:t>
            </a:r>
          </a:p>
          <a:p>
            <a:pPr marL="0" lvl="0" indent="0">
              <a:buNone/>
            </a:pPr>
            <a:r>
              <a:rPr lang="en-US">
                <a:latin typeface="Open Sans" panose="020B0606030504020204" pitchFamily="34" charset="0"/>
                <a:ea typeface="Open Sans" panose="020B0606030504020204" pitchFamily="34" charset="0"/>
                <a:cs typeface="Open Sans" panose="020B0606030504020204" pitchFamily="34" charset="0"/>
              </a:rPr>
              <a:t>{{ var a = 1 }}</a:t>
            </a:r>
          </a:p>
          <a:p>
            <a:pPr marL="0" lvl="0" indent="0">
              <a:buNone/>
            </a:pPr>
            <a:endParaRPr lang="en-US">
              <a:latin typeface="Open Sans" panose="020B0606030504020204" pitchFamily="34" charset="0"/>
              <a:ea typeface="Open Sans" panose="020B0606030504020204" pitchFamily="34" charset="0"/>
              <a:cs typeface="Open Sans" panose="020B0606030504020204" pitchFamily="34" charset="0"/>
            </a:endParaRPr>
          </a:p>
          <a:p>
            <a:pPr marL="0" lvl="0" indent="0">
              <a:buNone/>
            </a:pPr>
            <a:r>
              <a:rPr lang="en-US">
                <a:latin typeface="Open Sans" panose="020B0606030504020204" pitchFamily="34" charset="0"/>
                <a:ea typeface="Open Sans" panose="020B0606030504020204" pitchFamily="34" charset="0"/>
                <a:cs typeface="Open Sans" panose="020B0606030504020204" pitchFamily="34" charset="0"/>
              </a:rPr>
              <a:t>&lt;!-- flow control won't work either, use ternary expressions --&gt;</a:t>
            </a:r>
          </a:p>
          <a:p>
            <a:pPr marL="0" lvl="0" indent="0">
              <a:buNone/>
            </a:pPr>
            <a:r>
              <a:rPr lang="en-US">
                <a:latin typeface="Open Sans" panose="020B0606030504020204" pitchFamily="34" charset="0"/>
                <a:ea typeface="Open Sans" panose="020B0606030504020204" pitchFamily="34" charset="0"/>
                <a:cs typeface="Open Sans" panose="020B0606030504020204" pitchFamily="34" charset="0"/>
              </a:rPr>
              <a:t>{{ if (ok) { return message } }}</a:t>
            </a:r>
            <a:r>
              <a:rPr lang="en">
                <a:latin typeface="Open Sans" panose="020B0606030504020204" pitchFamily="34" charset="0"/>
                <a:ea typeface="Open Sans" panose="020B0606030504020204" pitchFamily="34" charset="0"/>
                <a:cs typeface="Open Sans" panose="020B0606030504020204" pitchFamily="34" charset="0"/>
              </a:rPr>
              <a:t>&lt;/template&gt;</a:t>
            </a:r>
            <a:endParaRPr>
              <a:latin typeface="Open Sans" panose="020B0606030504020204" pitchFamily="34" charset="0"/>
              <a:ea typeface="Open Sans" panose="020B0606030504020204" pitchFamily="34" charset="0"/>
              <a:cs typeface="Open Sans" panose="020B0606030504020204" pitchFamily="34" charset="0"/>
            </a:endParaRPr>
          </a:p>
          <a:p>
            <a:pPr marL="0" lvl="0" indent="0" algn="l" rtl="0">
              <a:spcBef>
                <a:spcPts val="0"/>
              </a:spcBef>
              <a:spcAft>
                <a:spcPts val="1600"/>
              </a:spcAft>
              <a:buNone/>
            </a:pPr>
            <a:endParaRPr/>
          </a:p>
        </p:txBody>
      </p:sp>
    </p:spTree>
    <p:extLst>
      <p:ext uri="{BB962C8B-B14F-4D97-AF65-F5344CB8AC3E}">
        <p14:creationId xmlns:p14="http://schemas.microsoft.com/office/powerpoint/2010/main" val="2954707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2B561A89-20DC-AA67-7FCF-BC4CF0F99509}"/>
            </a:ext>
          </a:extLst>
        </p:cNvPr>
        <p:cNvGrpSpPr/>
        <p:nvPr/>
      </p:nvGrpSpPr>
      <p:grpSpPr>
        <a:xfrm>
          <a:off x="0" y="0"/>
          <a:ext cx="0" cy="0"/>
          <a:chOff x="0" y="0"/>
          <a:chExt cx="0" cy="0"/>
        </a:xfrm>
      </p:grpSpPr>
      <p:sp>
        <p:nvSpPr>
          <p:cNvPr id="232" name="Google Shape;232;p37">
            <a:extLst>
              <a:ext uri="{FF2B5EF4-FFF2-40B4-BE49-F238E27FC236}">
                <a16:creationId xmlns:a16="http://schemas.microsoft.com/office/drawing/2014/main" id="{FD7B2A2B-202E-46DF-4805-8219B6EDB0C3}"/>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lvl="0"/>
            <a:r>
              <a:rPr lang="en" sz="4000"/>
              <a:t>Exercise 2: JavaScript Expressions</a:t>
            </a:r>
            <a:endParaRPr sz="4000"/>
          </a:p>
        </p:txBody>
      </p:sp>
      <p:sp>
        <p:nvSpPr>
          <p:cNvPr id="233" name="Google Shape;233;p37">
            <a:extLst>
              <a:ext uri="{FF2B5EF4-FFF2-40B4-BE49-F238E27FC236}">
                <a16:creationId xmlns:a16="http://schemas.microsoft.com/office/drawing/2014/main" id="{98C879CD-2332-0188-7544-44029A8E1925}"/>
              </a:ext>
            </a:extLst>
          </p:cNvPr>
          <p:cNvSpPr txBox="1">
            <a:spLocks noGrp="1"/>
          </p:cNvSpPr>
          <p:nvPr>
            <p:ph type="body" idx="1"/>
          </p:nvPr>
        </p:nvSpPr>
        <p:spPr>
          <a:xfrm>
            <a:off x="311700" y="1225225"/>
            <a:ext cx="3999900" cy="3602350"/>
          </a:xfrm>
          <a:prstGeom prst="rect">
            <a:avLst/>
          </a:prstGeom>
        </p:spPr>
        <p:txBody>
          <a:bodyPr spcFirstLastPara="1" wrap="square" lIns="91425" tIns="91425" rIns="91425" bIns="91425" anchor="t" anchorCtr="0">
            <a:noAutofit/>
          </a:bodyPr>
          <a:lstStyle/>
          <a:p>
            <a:pPr marL="139700" indent="0">
              <a:buNone/>
            </a:pPr>
            <a:r>
              <a:rPr lang="en-SG"/>
              <a:t>In Ex2.vue, you are building a tiny scoreboard game between two teams. The UI should:</a:t>
            </a:r>
          </a:p>
          <a:p>
            <a:pPr marL="482600" indent="-342900">
              <a:buFont typeface="+mj-lt"/>
              <a:buAutoNum type="arabicPeriod"/>
            </a:pPr>
            <a:r>
              <a:rPr lang="en-SG"/>
              <a:t>Show team names and current scores.</a:t>
            </a:r>
          </a:p>
          <a:p>
            <a:pPr marL="482600" indent="-342900">
              <a:buFont typeface="+mj-lt"/>
              <a:buAutoNum type="arabicPeriod"/>
            </a:pPr>
            <a:r>
              <a:rPr lang="en-SG"/>
              <a:t>Let the user click buttons to increase either team’s score.</a:t>
            </a:r>
          </a:p>
          <a:p>
            <a:pPr marL="482600" indent="-342900">
              <a:buFont typeface="+mj-lt"/>
              <a:buAutoNum type="arabicPeriod"/>
            </a:pPr>
            <a:r>
              <a:rPr lang="en-SG"/>
              <a:t>Automatically compute and display useful information (total points, points left to win).</a:t>
            </a:r>
          </a:p>
          <a:p>
            <a:pPr marL="482600" indent="-342900">
              <a:buFont typeface="+mj-lt"/>
              <a:buAutoNum type="arabicPeriod"/>
            </a:pPr>
            <a:r>
              <a:rPr lang="en-SG"/>
              <a:t>Show a “winner” message when a team reaches the maximum score.</a:t>
            </a:r>
          </a:p>
          <a:p>
            <a:pPr marL="139700" indent="0">
              <a:buNone/>
            </a:pPr>
            <a:endParaRPr lang="en-SG"/>
          </a:p>
          <a:p>
            <a:pPr marL="139700" indent="0">
              <a:buNone/>
            </a:pPr>
            <a:r>
              <a:rPr lang="en-SG"/>
              <a:t>You will </a:t>
            </a:r>
            <a:r>
              <a:rPr lang="en-SG" b="1"/>
              <a:t>NOT</a:t>
            </a:r>
            <a:r>
              <a:rPr lang="en-SG"/>
              <a:t> use computed properties for this activity. Instead, you will practice writing small JavaScript expressions </a:t>
            </a:r>
            <a:r>
              <a:rPr lang="en-SG" b="1"/>
              <a:t>directly inside the template</a:t>
            </a:r>
            <a:r>
              <a:rPr lang="en-SG"/>
              <a:t> using </a:t>
            </a:r>
            <a:r>
              <a:rPr lang="en-SG" b="1"/>
              <a:t>{{ }}</a:t>
            </a:r>
            <a:r>
              <a:rPr lang="en-SG"/>
              <a:t>.</a:t>
            </a:r>
            <a:endParaRPr/>
          </a:p>
          <a:p>
            <a:pPr marL="0" indent="0">
              <a:spcBef>
                <a:spcPts val="600"/>
              </a:spcBef>
              <a:buNone/>
            </a:pPr>
            <a:r>
              <a:rPr lang="en-US" i="1"/>
              <a:t>Continue next page ...</a:t>
            </a:r>
            <a:endParaRPr i="1"/>
          </a:p>
          <a:p>
            <a:pPr marL="0" marR="0" lvl="0" indent="0" algn="l" rtl="0">
              <a:lnSpc>
                <a:spcPct val="115000"/>
              </a:lnSpc>
              <a:spcBef>
                <a:spcPts val="600"/>
              </a:spcBef>
              <a:spcAft>
                <a:spcPts val="600"/>
              </a:spcAft>
              <a:buNone/>
            </a:pPr>
            <a:r>
              <a:rPr lang="en"/>
              <a:t> </a:t>
            </a:r>
            <a:endParaRPr/>
          </a:p>
        </p:txBody>
      </p:sp>
      <p:pic>
        <p:nvPicPr>
          <p:cNvPr id="5" name="Picture 4">
            <a:extLst>
              <a:ext uri="{FF2B5EF4-FFF2-40B4-BE49-F238E27FC236}">
                <a16:creationId xmlns:a16="http://schemas.microsoft.com/office/drawing/2014/main" id="{FE17E9F3-94F7-CAE6-1269-5A93F305F268}"/>
              </a:ext>
            </a:extLst>
          </p:cNvPr>
          <p:cNvPicPr>
            <a:picLocks noChangeAspect="1"/>
          </p:cNvPicPr>
          <p:nvPr/>
        </p:nvPicPr>
        <p:blipFill>
          <a:blip r:embed="rId3"/>
          <a:stretch>
            <a:fillRect/>
          </a:stretch>
        </p:blipFill>
        <p:spPr>
          <a:xfrm>
            <a:off x="5165556" y="1734985"/>
            <a:ext cx="2419688" cy="2181529"/>
          </a:xfrm>
          <a:prstGeom prst="rect">
            <a:avLst/>
          </a:prstGeom>
        </p:spPr>
      </p:pic>
    </p:spTree>
    <p:extLst>
      <p:ext uri="{BB962C8B-B14F-4D97-AF65-F5344CB8AC3E}">
        <p14:creationId xmlns:p14="http://schemas.microsoft.com/office/powerpoint/2010/main" val="3215776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C375E1F0-06FC-77C8-6B2A-D9018DD942F7}"/>
            </a:ext>
          </a:extLst>
        </p:cNvPr>
        <p:cNvGrpSpPr/>
        <p:nvPr/>
      </p:nvGrpSpPr>
      <p:grpSpPr>
        <a:xfrm>
          <a:off x="0" y="0"/>
          <a:ext cx="0" cy="0"/>
          <a:chOff x="0" y="0"/>
          <a:chExt cx="0" cy="0"/>
        </a:xfrm>
      </p:grpSpPr>
      <p:sp>
        <p:nvSpPr>
          <p:cNvPr id="232" name="Google Shape;232;p37">
            <a:extLst>
              <a:ext uri="{FF2B5EF4-FFF2-40B4-BE49-F238E27FC236}">
                <a16:creationId xmlns:a16="http://schemas.microsoft.com/office/drawing/2014/main" id="{AC3E7408-E07F-4564-2DF4-AD76466A46EF}"/>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lvl="0"/>
            <a:r>
              <a:rPr lang="en" sz="4000"/>
              <a:t>Exercise 2: JavaScript Expressions</a:t>
            </a:r>
            <a:endParaRPr sz="4000"/>
          </a:p>
        </p:txBody>
      </p:sp>
      <p:sp>
        <p:nvSpPr>
          <p:cNvPr id="233" name="Google Shape;233;p37">
            <a:extLst>
              <a:ext uri="{FF2B5EF4-FFF2-40B4-BE49-F238E27FC236}">
                <a16:creationId xmlns:a16="http://schemas.microsoft.com/office/drawing/2014/main" id="{4B725ABE-EA92-CDA9-B37F-7E336EEF019C}"/>
              </a:ext>
            </a:extLst>
          </p:cNvPr>
          <p:cNvSpPr txBox="1">
            <a:spLocks noGrp="1"/>
          </p:cNvSpPr>
          <p:nvPr>
            <p:ph type="body" idx="1"/>
          </p:nvPr>
        </p:nvSpPr>
        <p:spPr>
          <a:xfrm>
            <a:off x="311700" y="1225225"/>
            <a:ext cx="3999900" cy="3602350"/>
          </a:xfrm>
          <a:prstGeom prst="rect">
            <a:avLst/>
          </a:prstGeom>
        </p:spPr>
        <p:txBody>
          <a:bodyPr spcFirstLastPara="1" wrap="square" lIns="91425" tIns="91425" rIns="91425" bIns="91425" anchor="t" anchorCtr="0">
            <a:noAutofit/>
          </a:bodyPr>
          <a:lstStyle/>
          <a:p>
            <a:pPr marL="139700" indent="0">
              <a:buNone/>
            </a:pPr>
            <a:r>
              <a:rPr lang="en-SG" b="1"/>
              <a:t>Requirements</a:t>
            </a:r>
          </a:p>
          <a:p>
            <a:pPr marL="139700" indent="0">
              <a:buNone/>
            </a:pPr>
            <a:r>
              <a:rPr lang="en-SG"/>
              <a:t>Part A: Add code in </a:t>
            </a:r>
          </a:p>
          <a:p>
            <a:pPr marL="139700" indent="0">
              <a:buNone/>
            </a:pPr>
            <a:r>
              <a:rPr lang="en-SG"/>
              <a:t>&lt;!-- A. Event handlers go here --&gt;</a:t>
            </a:r>
          </a:p>
          <a:p>
            <a:pPr marL="139700" indent="0">
              <a:buNone/>
            </a:pPr>
            <a:r>
              <a:rPr lang="en-SG"/>
              <a:t> so that when the user clicks the “+ Team A”, “+ Team B”, “Reset” buttons, </a:t>
            </a:r>
          </a:p>
          <a:p>
            <a:pPr marL="139700" indent="0">
              <a:buNone/>
            </a:pPr>
            <a:r>
              <a:rPr lang="en-SG"/>
              <a:t>“</a:t>
            </a:r>
            <a:r>
              <a:rPr lang="en-SG" err="1"/>
              <a:t>addA</a:t>
            </a:r>
            <a:r>
              <a:rPr lang="en-SG"/>
              <a:t>”, “</a:t>
            </a:r>
            <a:r>
              <a:rPr lang="en-SG" err="1"/>
              <a:t>addB</a:t>
            </a:r>
            <a:r>
              <a:rPr lang="en-SG"/>
              <a:t>”, and “reset” methods are invoked accordingly.</a:t>
            </a:r>
          </a:p>
          <a:p>
            <a:pPr marL="139700" indent="0">
              <a:buNone/>
            </a:pPr>
            <a:endParaRPr lang="en-SG"/>
          </a:p>
          <a:p>
            <a:pPr marL="139700" indent="0">
              <a:buNone/>
            </a:pPr>
            <a:r>
              <a:rPr lang="en-SG"/>
              <a:t>Part B: Add code in  </a:t>
            </a:r>
          </a:p>
          <a:p>
            <a:pPr marL="139700" indent="0">
              <a:buNone/>
            </a:pPr>
            <a:r>
              <a:rPr lang="en-SG"/>
              <a:t>&lt;!-- B. In-template expressions go here --&gt;</a:t>
            </a:r>
          </a:p>
          <a:p>
            <a:pPr marL="139700" indent="0">
              <a:buNone/>
            </a:pPr>
            <a:endParaRPr lang="en-SG"/>
          </a:p>
          <a:p>
            <a:pPr marL="139700" indent="0">
              <a:buNone/>
            </a:pPr>
            <a:r>
              <a:rPr lang="en-SG"/>
              <a:t>So that the total points and points left to win are shown when the user clicks the </a:t>
            </a:r>
            <a:r>
              <a:rPr lang="en-SG" err="1"/>
              <a:t>the</a:t>
            </a:r>
            <a:r>
              <a:rPr lang="en-SG"/>
              <a:t> “+ Team A”, “+ Team B”, “Reset” buttons</a:t>
            </a:r>
            <a:endParaRPr/>
          </a:p>
          <a:p>
            <a:pPr marL="0" indent="0">
              <a:lnSpc>
                <a:spcPct val="114999"/>
              </a:lnSpc>
              <a:spcBef>
                <a:spcPts val="600"/>
              </a:spcBef>
              <a:buNone/>
            </a:pPr>
            <a:r>
              <a:rPr lang="en-US" i="1"/>
              <a:t>Continue next page ...</a:t>
            </a:r>
            <a:endParaRPr/>
          </a:p>
          <a:p>
            <a:pPr marL="0" marR="0" lvl="0" indent="0" algn="l" rtl="0">
              <a:lnSpc>
                <a:spcPct val="115000"/>
              </a:lnSpc>
              <a:spcBef>
                <a:spcPts val="600"/>
              </a:spcBef>
              <a:spcAft>
                <a:spcPts val="600"/>
              </a:spcAft>
              <a:buNone/>
            </a:pPr>
            <a:r>
              <a:rPr lang="en"/>
              <a:t> </a:t>
            </a:r>
            <a:endParaRPr/>
          </a:p>
        </p:txBody>
      </p:sp>
      <p:pic>
        <p:nvPicPr>
          <p:cNvPr id="6" name="Picture 5">
            <a:extLst>
              <a:ext uri="{FF2B5EF4-FFF2-40B4-BE49-F238E27FC236}">
                <a16:creationId xmlns:a16="http://schemas.microsoft.com/office/drawing/2014/main" id="{A5B56740-4915-E436-1233-0AE9948B585E}"/>
              </a:ext>
            </a:extLst>
          </p:cNvPr>
          <p:cNvPicPr>
            <a:picLocks noChangeAspect="1"/>
          </p:cNvPicPr>
          <p:nvPr/>
        </p:nvPicPr>
        <p:blipFill>
          <a:blip r:embed="rId3"/>
          <a:stretch>
            <a:fillRect/>
          </a:stretch>
        </p:blipFill>
        <p:spPr>
          <a:xfrm>
            <a:off x="5052845" y="1907056"/>
            <a:ext cx="2391109" cy="2238687"/>
          </a:xfrm>
          <a:prstGeom prst="rect">
            <a:avLst/>
          </a:prstGeom>
        </p:spPr>
      </p:pic>
      <p:cxnSp>
        <p:nvCxnSpPr>
          <p:cNvPr id="8" name="Straight Arrow Connector 7">
            <a:extLst>
              <a:ext uri="{FF2B5EF4-FFF2-40B4-BE49-F238E27FC236}">
                <a16:creationId xmlns:a16="http://schemas.microsoft.com/office/drawing/2014/main" id="{D2149A9E-98B1-267B-3BCF-D9491C28D83B}"/>
              </a:ext>
            </a:extLst>
          </p:cNvPr>
          <p:cNvCxnSpPr/>
          <p:nvPr/>
        </p:nvCxnSpPr>
        <p:spPr>
          <a:xfrm flipV="1">
            <a:off x="3886200" y="3733800"/>
            <a:ext cx="1295400" cy="62230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9EB97A7-E33A-4E3E-C34B-F67A4248FEF1}"/>
              </a:ext>
            </a:extLst>
          </p:cNvPr>
          <p:cNvCxnSpPr>
            <a:cxnSpLocks/>
          </p:cNvCxnSpPr>
          <p:nvPr/>
        </p:nvCxnSpPr>
        <p:spPr>
          <a:xfrm flipV="1">
            <a:off x="4098900" y="3261819"/>
            <a:ext cx="1082700" cy="80851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792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B1E8CC2D-269C-1F7B-9FA0-7B383A717F82}"/>
            </a:ext>
          </a:extLst>
        </p:cNvPr>
        <p:cNvGrpSpPr/>
        <p:nvPr/>
      </p:nvGrpSpPr>
      <p:grpSpPr>
        <a:xfrm>
          <a:off x="0" y="0"/>
          <a:ext cx="0" cy="0"/>
          <a:chOff x="0" y="0"/>
          <a:chExt cx="0" cy="0"/>
        </a:xfrm>
      </p:grpSpPr>
      <p:sp>
        <p:nvSpPr>
          <p:cNvPr id="232" name="Google Shape;232;p37">
            <a:extLst>
              <a:ext uri="{FF2B5EF4-FFF2-40B4-BE49-F238E27FC236}">
                <a16:creationId xmlns:a16="http://schemas.microsoft.com/office/drawing/2014/main" id="{FF65F2CB-B861-D313-8630-3DCA64C07C6C}"/>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lvl="0"/>
            <a:r>
              <a:rPr lang="en" sz="4000"/>
              <a:t>Exercise 2: JavaScript Expressions</a:t>
            </a:r>
            <a:endParaRPr sz="4000"/>
          </a:p>
        </p:txBody>
      </p:sp>
      <p:sp>
        <p:nvSpPr>
          <p:cNvPr id="233" name="Google Shape;233;p37">
            <a:extLst>
              <a:ext uri="{FF2B5EF4-FFF2-40B4-BE49-F238E27FC236}">
                <a16:creationId xmlns:a16="http://schemas.microsoft.com/office/drawing/2014/main" id="{B04E4A35-B623-A406-B798-0DF841D3905B}"/>
              </a:ext>
            </a:extLst>
          </p:cNvPr>
          <p:cNvSpPr txBox="1">
            <a:spLocks noGrp="1"/>
          </p:cNvSpPr>
          <p:nvPr>
            <p:ph type="body" idx="1"/>
          </p:nvPr>
        </p:nvSpPr>
        <p:spPr>
          <a:xfrm>
            <a:off x="311700" y="1225225"/>
            <a:ext cx="3999900" cy="3602350"/>
          </a:xfrm>
          <a:prstGeom prst="rect">
            <a:avLst/>
          </a:prstGeom>
        </p:spPr>
        <p:txBody>
          <a:bodyPr spcFirstLastPara="1" wrap="square" lIns="91425" tIns="91425" rIns="91425" bIns="91425" anchor="t" anchorCtr="0">
            <a:noAutofit/>
          </a:bodyPr>
          <a:lstStyle/>
          <a:p>
            <a:pPr marL="139700" indent="0">
              <a:buNone/>
            </a:pPr>
            <a:r>
              <a:rPr lang="en-SG" b="1"/>
              <a:t>Requirements</a:t>
            </a:r>
          </a:p>
          <a:p>
            <a:pPr marL="139700" indent="0">
              <a:buNone/>
            </a:pPr>
            <a:r>
              <a:rPr lang="en-SG"/>
              <a:t>Part C: Add code in </a:t>
            </a:r>
          </a:p>
          <a:p>
            <a:pPr marL="139700" indent="0">
              <a:buNone/>
            </a:pPr>
            <a:r>
              <a:rPr lang="en-SG"/>
              <a:t>&lt;!-- C. Display winner / status here --&gt;</a:t>
            </a:r>
          </a:p>
          <a:p>
            <a:pPr marL="139700" indent="0">
              <a:buNone/>
            </a:pPr>
            <a:endParaRPr lang="en-SG"/>
          </a:p>
          <a:p>
            <a:pPr marL="139700" indent="0">
              <a:buNone/>
            </a:pPr>
            <a:r>
              <a:rPr lang="en-SG"/>
              <a:t>so that when a team reaches 10 points, it shows the winner status</a:t>
            </a:r>
          </a:p>
          <a:p>
            <a:pPr marL="139700" indent="0">
              <a:buNone/>
            </a:pPr>
            <a:endParaRPr lang="en-SG"/>
          </a:p>
          <a:p>
            <a:pPr marL="0" marR="0" lvl="0" indent="0" algn="l" rtl="0">
              <a:lnSpc>
                <a:spcPct val="115000"/>
              </a:lnSpc>
              <a:spcBef>
                <a:spcPts val="600"/>
              </a:spcBef>
              <a:spcAft>
                <a:spcPts val="0"/>
              </a:spcAft>
              <a:buNone/>
            </a:pPr>
            <a:endParaRPr/>
          </a:p>
          <a:p>
            <a:pPr marL="0" marR="0" lvl="0" indent="0" algn="l" rtl="0">
              <a:lnSpc>
                <a:spcPct val="115000"/>
              </a:lnSpc>
              <a:spcBef>
                <a:spcPts val="600"/>
              </a:spcBef>
              <a:spcAft>
                <a:spcPts val="600"/>
              </a:spcAft>
              <a:buNone/>
            </a:pPr>
            <a:r>
              <a:rPr lang="en"/>
              <a:t> </a:t>
            </a:r>
            <a:endParaRPr/>
          </a:p>
        </p:txBody>
      </p:sp>
      <p:pic>
        <p:nvPicPr>
          <p:cNvPr id="3" name="Picture 2">
            <a:extLst>
              <a:ext uri="{FF2B5EF4-FFF2-40B4-BE49-F238E27FC236}">
                <a16:creationId xmlns:a16="http://schemas.microsoft.com/office/drawing/2014/main" id="{36C657B9-A01A-0820-F814-1E5378D21E11}"/>
              </a:ext>
            </a:extLst>
          </p:cNvPr>
          <p:cNvPicPr>
            <a:picLocks noChangeAspect="1"/>
          </p:cNvPicPr>
          <p:nvPr/>
        </p:nvPicPr>
        <p:blipFill>
          <a:blip r:embed="rId3"/>
          <a:stretch>
            <a:fillRect/>
          </a:stretch>
        </p:blipFill>
        <p:spPr>
          <a:xfrm>
            <a:off x="5181600" y="1519090"/>
            <a:ext cx="2324424" cy="2105319"/>
          </a:xfrm>
          <a:prstGeom prst="rect">
            <a:avLst/>
          </a:prstGeom>
        </p:spPr>
      </p:pic>
      <p:cxnSp>
        <p:nvCxnSpPr>
          <p:cNvPr id="4" name="Straight Arrow Connector 3">
            <a:extLst>
              <a:ext uri="{FF2B5EF4-FFF2-40B4-BE49-F238E27FC236}">
                <a16:creationId xmlns:a16="http://schemas.microsoft.com/office/drawing/2014/main" id="{D1C0EB77-0B70-1C77-A60D-1C66BFC27405}"/>
              </a:ext>
            </a:extLst>
          </p:cNvPr>
          <p:cNvCxnSpPr>
            <a:cxnSpLocks/>
          </p:cNvCxnSpPr>
          <p:nvPr/>
        </p:nvCxnSpPr>
        <p:spPr>
          <a:xfrm>
            <a:off x="2755900" y="2717800"/>
            <a:ext cx="2425700" cy="81280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CDB7172-DFDB-FB9C-EA77-2ACBECD2BBB4}"/>
              </a:ext>
            </a:extLst>
          </p:cNvPr>
          <p:cNvCxnSpPr>
            <a:cxnSpLocks/>
          </p:cNvCxnSpPr>
          <p:nvPr/>
        </p:nvCxnSpPr>
        <p:spPr>
          <a:xfrm>
            <a:off x="3873500" y="2425700"/>
            <a:ext cx="1308100"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256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Computed Property</a:t>
            </a:r>
            <a:endParaRPr/>
          </a:p>
        </p:txBody>
      </p:sp>
      <p:sp>
        <p:nvSpPr>
          <p:cNvPr id="77" name="Google Shape;77;p3"/>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Some properties may be derived from (dependent on) other (native) properties.</a:t>
            </a: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a:t>In this case, it is better to use computed properties. </a:t>
            </a: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a:t>A computed property is a function which is used as if it is a variable.</a:t>
            </a: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a:t> </a:t>
            </a:r>
            <a:r>
              <a:rPr lang="en" b="1"/>
              <a:t> </a:t>
            </a:r>
            <a:endParaRPr/>
          </a:p>
        </p:txBody>
      </p:sp>
      <p:sp>
        <p:nvSpPr>
          <p:cNvPr id="78" name="Google Shape;78;p3"/>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r>
              <a:rPr lang="en" i="1"/>
              <a:t>Example3.vue</a:t>
            </a:r>
            <a:endParaRPr i="1"/>
          </a:p>
        </p:txBody>
      </p:sp>
      <p:sp>
        <p:nvSpPr>
          <p:cNvPr id="3" name="TextBox 2">
            <a:extLst>
              <a:ext uri="{FF2B5EF4-FFF2-40B4-BE49-F238E27FC236}">
                <a16:creationId xmlns:a16="http://schemas.microsoft.com/office/drawing/2014/main" id="{F55DF04E-DA61-4A2C-B998-700302A143FC}"/>
              </a:ext>
            </a:extLst>
          </p:cNvPr>
          <p:cNvSpPr txBox="1"/>
          <p:nvPr/>
        </p:nvSpPr>
        <p:spPr>
          <a:xfrm>
            <a:off x="4311600" y="1629707"/>
            <a:ext cx="4728494" cy="3108543"/>
          </a:xfrm>
          <a:prstGeom prst="rect">
            <a:avLst/>
          </a:prstGeom>
          <a:noFill/>
          <a:ln>
            <a:solidFill>
              <a:schemeClr val="tx1"/>
            </a:solidFill>
          </a:ln>
        </p:spPr>
        <p:txBody>
          <a:bodyPr wrap="square" rtlCol="0">
            <a:spAutoFit/>
          </a:bodyPr>
          <a:lstStyle/>
          <a:p>
            <a:r>
              <a:rPr lang="en-SG">
                <a:latin typeface="Open Sans" panose="020B0606030504020204" pitchFamily="34" charset="0"/>
                <a:ea typeface="Open Sans" panose="020B0606030504020204" pitchFamily="34" charset="0"/>
                <a:cs typeface="Open Sans" panose="020B0606030504020204" pitchFamily="34" charset="0"/>
              </a:rPr>
              <a:t>&lt;script setup&gt;</a:t>
            </a:r>
          </a:p>
          <a:p>
            <a:r>
              <a:rPr lang="en-SG">
                <a:latin typeface="Open Sans" panose="020B0606030504020204" pitchFamily="34" charset="0"/>
                <a:ea typeface="Open Sans" panose="020B0606030504020204" pitchFamily="34" charset="0"/>
                <a:cs typeface="Open Sans" panose="020B0606030504020204" pitchFamily="34" charset="0"/>
              </a:rPr>
              <a:t>    import { ref, computed } from '</a:t>
            </a:r>
            <a:r>
              <a:rPr lang="en-SG" err="1">
                <a:latin typeface="Open Sans" panose="020B0606030504020204" pitchFamily="34" charset="0"/>
                <a:ea typeface="Open Sans" panose="020B0606030504020204" pitchFamily="34" charset="0"/>
                <a:cs typeface="Open Sans" panose="020B0606030504020204" pitchFamily="34" charset="0"/>
              </a:rPr>
              <a:t>vue</a:t>
            </a:r>
            <a:r>
              <a:rPr lang="en-SG">
                <a:latin typeface="Open Sans" panose="020B0606030504020204" pitchFamily="34" charset="0"/>
                <a:ea typeface="Open Sans" panose="020B0606030504020204" pitchFamily="34" charset="0"/>
                <a:cs typeface="Open Sans" panose="020B0606030504020204" pitchFamily="34" charset="0"/>
              </a:rPr>
              <a:t>’</a:t>
            </a:r>
          </a:p>
          <a:p>
            <a:r>
              <a:rPr lang="en-SG">
                <a:latin typeface="Open Sans" panose="020B0606030504020204" pitchFamily="34" charset="0"/>
                <a:ea typeface="Open Sans" panose="020B0606030504020204" pitchFamily="34" charset="0"/>
                <a:cs typeface="Open Sans" panose="020B0606030504020204" pitchFamily="34" charset="0"/>
              </a:rPr>
              <a:t>    </a:t>
            </a:r>
          </a:p>
          <a:p>
            <a:r>
              <a:rPr lang="en-SG">
                <a:latin typeface="Open Sans" panose="020B0606030504020204" pitchFamily="34" charset="0"/>
                <a:ea typeface="Open Sans" panose="020B0606030504020204" pitchFamily="34" charset="0"/>
                <a:cs typeface="Open Sans" panose="020B0606030504020204" pitchFamily="34" charset="0"/>
              </a:rPr>
              <a:t>    </a:t>
            </a:r>
            <a:r>
              <a:rPr lang="en-SG" err="1">
                <a:latin typeface="Open Sans" panose="020B0606030504020204" pitchFamily="34" charset="0"/>
                <a:ea typeface="Open Sans" panose="020B0606030504020204" pitchFamily="34" charset="0"/>
                <a:cs typeface="Open Sans" panose="020B0606030504020204" pitchFamily="34" charset="0"/>
              </a:rPr>
              <a:t>const</a:t>
            </a:r>
            <a:r>
              <a:rPr lang="en-SG">
                <a:latin typeface="Open Sans" panose="020B0606030504020204" pitchFamily="34" charset="0"/>
                <a:ea typeface="Open Sans" panose="020B0606030504020204" pitchFamily="34" charset="0"/>
                <a:cs typeface="Open Sans" panose="020B0606030504020204" pitchFamily="34" charset="0"/>
              </a:rPr>
              <a:t> </a:t>
            </a:r>
            <a:r>
              <a:rPr lang="en-SG" err="1">
                <a:latin typeface="Open Sans" panose="020B0606030504020204" pitchFamily="34" charset="0"/>
                <a:ea typeface="Open Sans" panose="020B0606030504020204" pitchFamily="34" charset="0"/>
                <a:cs typeface="Open Sans" panose="020B0606030504020204" pitchFamily="34" charset="0"/>
              </a:rPr>
              <a:t>fName</a:t>
            </a:r>
            <a:r>
              <a:rPr lang="en-SG">
                <a:latin typeface="Open Sans" panose="020B0606030504020204" pitchFamily="34" charset="0"/>
                <a:ea typeface="Open Sans" panose="020B0606030504020204" pitchFamily="34" charset="0"/>
                <a:cs typeface="Open Sans" panose="020B0606030504020204" pitchFamily="34" charset="0"/>
              </a:rPr>
              <a:t> = ref(‘Jack’) </a:t>
            </a:r>
          </a:p>
          <a:p>
            <a:r>
              <a:rPr lang="en-SG">
                <a:latin typeface="Open Sans" panose="020B0606030504020204" pitchFamily="34" charset="0"/>
                <a:ea typeface="Open Sans" panose="020B0606030504020204" pitchFamily="34" charset="0"/>
                <a:cs typeface="Open Sans" panose="020B0606030504020204" pitchFamily="34" charset="0"/>
              </a:rPr>
              <a:t>    </a:t>
            </a:r>
            <a:r>
              <a:rPr lang="en-SG" err="1">
                <a:latin typeface="Open Sans" panose="020B0606030504020204" pitchFamily="34" charset="0"/>
                <a:ea typeface="Open Sans" panose="020B0606030504020204" pitchFamily="34" charset="0"/>
                <a:cs typeface="Open Sans" panose="020B0606030504020204" pitchFamily="34" charset="0"/>
              </a:rPr>
              <a:t>const</a:t>
            </a:r>
            <a:r>
              <a:rPr lang="en-SG">
                <a:latin typeface="Open Sans" panose="020B0606030504020204" pitchFamily="34" charset="0"/>
                <a:ea typeface="Open Sans" panose="020B0606030504020204" pitchFamily="34" charset="0"/>
                <a:cs typeface="Open Sans" panose="020B0606030504020204" pitchFamily="34" charset="0"/>
              </a:rPr>
              <a:t> </a:t>
            </a:r>
            <a:r>
              <a:rPr lang="en-SG" err="1">
                <a:latin typeface="Open Sans" panose="020B0606030504020204" pitchFamily="34" charset="0"/>
                <a:ea typeface="Open Sans" panose="020B0606030504020204" pitchFamily="34" charset="0"/>
                <a:cs typeface="Open Sans" panose="020B0606030504020204" pitchFamily="34" charset="0"/>
              </a:rPr>
              <a:t>lName</a:t>
            </a:r>
            <a:r>
              <a:rPr lang="en-SG">
                <a:latin typeface="Open Sans" panose="020B0606030504020204" pitchFamily="34" charset="0"/>
                <a:ea typeface="Open Sans" panose="020B0606030504020204" pitchFamily="34" charset="0"/>
                <a:cs typeface="Open Sans" panose="020B0606030504020204" pitchFamily="34" charset="0"/>
              </a:rPr>
              <a:t> = ref(‘Daniel’)</a:t>
            </a:r>
          </a:p>
          <a:p>
            <a:endParaRPr lang="en-SG">
              <a:latin typeface="Open Sans" panose="020B0606030504020204" pitchFamily="34" charset="0"/>
              <a:ea typeface="Open Sans" panose="020B0606030504020204" pitchFamily="34" charset="0"/>
              <a:cs typeface="Open Sans" panose="020B0606030504020204" pitchFamily="34" charset="0"/>
            </a:endParaRPr>
          </a:p>
          <a:p>
            <a:r>
              <a:rPr lang="en-SG">
                <a:latin typeface="Open Sans" panose="020B0606030504020204" pitchFamily="34" charset="0"/>
                <a:ea typeface="Open Sans" panose="020B0606030504020204" pitchFamily="34" charset="0"/>
                <a:cs typeface="Open Sans" panose="020B0606030504020204" pitchFamily="34" charset="0"/>
              </a:rPr>
              <a:t>    </a:t>
            </a:r>
            <a:r>
              <a:rPr lang="en-SG" err="1">
                <a:latin typeface="Open Sans" panose="020B0606030504020204" pitchFamily="34" charset="0"/>
                <a:ea typeface="Open Sans" panose="020B0606030504020204" pitchFamily="34" charset="0"/>
                <a:cs typeface="Open Sans" panose="020B0606030504020204" pitchFamily="34" charset="0"/>
              </a:rPr>
              <a:t>const</a:t>
            </a:r>
            <a:r>
              <a:rPr lang="en-SG">
                <a:latin typeface="Open Sans" panose="020B0606030504020204" pitchFamily="34" charset="0"/>
                <a:ea typeface="Open Sans" panose="020B0606030504020204" pitchFamily="34" charset="0"/>
                <a:cs typeface="Open Sans" panose="020B0606030504020204" pitchFamily="34" charset="0"/>
              </a:rPr>
              <a:t> </a:t>
            </a:r>
            <a:r>
              <a:rPr lang="en-SG" err="1">
                <a:latin typeface="Open Sans" panose="020B0606030504020204" pitchFamily="34" charset="0"/>
                <a:ea typeface="Open Sans" panose="020B0606030504020204" pitchFamily="34" charset="0"/>
                <a:cs typeface="Open Sans" panose="020B0606030504020204" pitchFamily="34" charset="0"/>
              </a:rPr>
              <a:t>fullName</a:t>
            </a:r>
            <a:r>
              <a:rPr lang="en-SG">
                <a:latin typeface="Open Sans" panose="020B0606030504020204" pitchFamily="34" charset="0"/>
                <a:ea typeface="Open Sans" panose="020B0606030504020204" pitchFamily="34" charset="0"/>
                <a:cs typeface="Open Sans" panose="020B0606030504020204" pitchFamily="34" charset="0"/>
              </a:rPr>
              <a:t> = computed( () =&gt; {</a:t>
            </a:r>
          </a:p>
          <a:p>
            <a:r>
              <a:rPr lang="en-SG">
                <a:latin typeface="Open Sans" panose="020B0606030504020204" pitchFamily="34" charset="0"/>
                <a:ea typeface="Open Sans" panose="020B0606030504020204" pitchFamily="34" charset="0"/>
                <a:cs typeface="Open Sans" panose="020B0606030504020204" pitchFamily="34" charset="0"/>
              </a:rPr>
              <a:t>        return </a:t>
            </a:r>
            <a:r>
              <a:rPr lang="en-SG" err="1">
                <a:latin typeface="Open Sans" panose="020B0606030504020204" pitchFamily="34" charset="0"/>
                <a:ea typeface="Open Sans" panose="020B0606030504020204" pitchFamily="34" charset="0"/>
                <a:cs typeface="Open Sans" panose="020B0606030504020204" pitchFamily="34" charset="0"/>
              </a:rPr>
              <a:t>fName.value</a:t>
            </a:r>
            <a:r>
              <a:rPr lang="en-SG">
                <a:latin typeface="Open Sans" panose="020B0606030504020204" pitchFamily="34" charset="0"/>
                <a:ea typeface="Open Sans" panose="020B0606030504020204" pitchFamily="34" charset="0"/>
                <a:cs typeface="Open Sans" panose="020B0606030504020204" pitchFamily="34" charset="0"/>
              </a:rPr>
              <a:t> + ‘  ‘ + </a:t>
            </a:r>
            <a:r>
              <a:rPr lang="en-SG" err="1">
                <a:latin typeface="Open Sans" panose="020B0606030504020204" pitchFamily="34" charset="0"/>
                <a:ea typeface="Open Sans" panose="020B0606030504020204" pitchFamily="34" charset="0"/>
                <a:cs typeface="Open Sans" panose="020B0606030504020204" pitchFamily="34" charset="0"/>
              </a:rPr>
              <a:t>lName.value</a:t>
            </a:r>
            <a:endParaRPr lang="en-SG">
              <a:latin typeface="Open Sans" panose="020B0606030504020204" pitchFamily="34" charset="0"/>
              <a:ea typeface="Open Sans" panose="020B0606030504020204" pitchFamily="34" charset="0"/>
              <a:cs typeface="Open Sans" panose="020B0606030504020204" pitchFamily="34" charset="0"/>
            </a:endParaRPr>
          </a:p>
          <a:p>
            <a:r>
              <a:rPr lang="en-SG">
                <a:latin typeface="Open Sans" panose="020B0606030504020204" pitchFamily="34" charset="0"/>
                <a:ea typeface="Open Sans" panose="020B0606030504020204" pitchFamily="34" charset="0"/>
                <a:cs typeface="Open Sans" panose="020B0606030504020204" pitchFamily="34" charset="0"/>
              </a:rPr>
              <a:t>    } )</a:t>
            </a:r>
          </a:p>
          <a:p>
            <a:r>
              <a:rPr lang="en-SG">
                <a:latin typeface="Open Sans" panose="020B0606030504020204" pitchFamily="34" charset="0"/>
                <a:ea typeface="Open Sans" panose="020B0606030504020204" pitchFamily="34" charset="0"/>
                <a:cs typeface="Open Sans" panose="020B0606030504020204" pitchFamily="34" charset="0"/>
              </a:rPr>
              <a:t> &lt;/script&gt;</a:t>
            </a:r>
          </a:p>
          <a:p>
            <a:endParaRPr lang="en-SG">
              <a:latin typeface="Open Sans" panose="020B0606030504020204" pitchFamily="34" charset="0"/>
              <a:ea typeface="Open Sans" panose="020B0606030504020204" pitchFamily="34" charset="0"/>
              <a:cs typeface="Open Sans" panose="020B0606030504020204" pitchFamily="34" charset="0"/>
            </a:endParaRPr>
          </a:p>
          <a:p>
            <a:r>
              <a:rPr lang="en-SG">
                <a:latin typeface="Open Sans" panose="020B0606030504020204" pitchFamily="34" charset="0"/>
                <a:ea typeface="Open Sans" panose="020B0606030504020204" pitchFamily="34" charset="0"/>
                <a:cs typeface="Open Sans" panose="020B0606030504020204" pitchFamily="34" charset="0"/>
              </a:rPr>
              <a:t>&lt;template&gt;</a:t>
            </a:r>
          </a:p>
          <a:p>
            <a:r>
              <a:rPr lang="en-SG">
                <a:latin typeface="Open Sans" panose="020B0606030504020204" pitchFamily="34" charset="0"/>
                <a:ea typeface="Open Sans" panose="020B0606030504020204" pitchFamily="34" charset="0"/>
                <a:cs typeface="Open Sans" panose="020B0606030504020204" pitchFamily="34" charset="0"/>
              </a:rPr>
              <a:t>            &lt;p&gt; {{ </a:t>
            </a:r>
            <a:r>
              <a:rPr lang="en-SG" err="1">
                <a:latin typeface="Open Sans" panose="020B0606030504020204" pitchFamily="34" charset="0"/>
                <a:ea typeface="Open Sans" panose="020B0606030504020204" pitchFamily="34" charset="0"/>
                <a:cs typeface="Open Sans" panose="020B0606030504020204" pitchFamily="34" charset="0"/>
              </a:rPr>
              <a:t>fullName</a:t>
            </a:r>
            <a:r>
              <a:rPr lang="en-SG">
                <a:latin typeface="Open Sans" panose="020B0606030504020204" pitchFamily="34" charset="0"/>
                <a:ea typeface="Open Sans" panose="020B0606030504020204" pitchFamily="34" charset="0"/>
                <a:cs typeface="Open Sans" panose="020B0606030504020204" pitchFamily="34" charset="0"/>
              </a:rPr>
              <a:t> }} &lt;/p&gt;</a:t>
            </a:r>
          </a:p>
          <a:p>
            <a:r>
              <a:rPr lang="en-SG">
                <a:latin typeface="Open Sans" panose="020B0606030504020204" pitchFamily="34" charset="0"/>
                <a:ea typeface="Open Sans" panose="020B0606030504020204" pitchFamily="34" charset="0"/>
                <a:cs typeface="Open Sans" panose="020B0606030504020204" pitchFamily="34" charset="0"/>
              </a:rPr>
              <a:t>&lt;/template&gt;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4"/>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Methods</a:t>
            </a:r>
            <a:endParaRPr b="1"/>
          </a:p>
          <a:p>
            <a:pPr marL="0" lvl="0" indent="0" algn="l" rtl="0">
              <a:lnSpc>
                <a:spcPct val="115000"/>
              </a:lnSpc>
              <a:spcBef>
                <a:spcPts val="1600"/>
              </a:spcBef>
              <a:spcAft>
                <a:spcPts val="0"/>
              </a:spcAft>
              <a:buClr>
                <a:schemeClr val="dk1"/>
              </a:buClr>
              <a:buSzPts val="1100"/>
              <a:buFont typeface="Arial"/>
              <a:buNone/>
            </a:pPr>
            <a:r>
              <a:rPr lang="en"/>
              <a:t>A method invocation always runs the function whenever a re-render happens.</a:t>
            </a:r>
          </a:p>
          <a:p>
            <a:pPr marL="0" indent="0">
              <a:spcBef>
                <a:spcPts val="1600"/>
              </a:spcBef>
              <a:buSzPts val="1100"/>
              <a:buNone/>
            </a:pPr>
            <a:r>
              <a:rPr lang="en-SG" b="1"/>
              <a:t>Example: </a:t>
            </a:r>
            <a:r>
              <a:rPr lang="en-SG" i="1"/>
              <a:t>Example3.vue</a:t>
            </a:r>
            <a:endParaRPr lang="en"/>
          </a:p>
          <a:p>
            <a:pPr marL="139700" indent="0">
              <a:buNone/>
            </a:pPr>
            <a:r>
              <a:rPr lang="en-SG">
                <a:latin typeface="Open Sans" panose="020B0606030504020204" pitchFamily="34" charset="0"/>
                <a:ea typeface="Open Sans" panose="020B0606030504020204" pitchFamily="34" charset="0"/>
                <a:cs typeface="Open Sans" panose="020B0606030504020204" pitchFamily="34" charset="0"/>
              </a:rPr>
              <a:t>function </a:t>
            </a:r>
            <a:r>
              <a:rPr lang="en-SG" err="1">
                <a:latin typeface="Open Sans" panose="020B0606030504020204" pitchFamily="34" charset="0"/>
                <a:ea typeface="Open Sans" panose="020B0606030504020204" pitchFamily="34" charset="0"/>
                <a:cs typeface="Open Sans" panose="020B0606030504020204" pitchFamily="34" charset="0"/>
              </a:rPr>
              <a:t>getFullName</a:t>
            </a:r>
            <a:r>
              <a:rPr lang="en-SG">
                <a:latin typeface="Open Sans" panose="020B0606030504020204" pitchFamily="34" charset="0"/>
                <a:ea typeface="Open Sans" panose="020B0606030504020204" pitchFamily="34" charset="0"/>
                <a:cs typeface="Open Sans" panose="020B0606030504020204" pitchFamily="34" charset="0"/>
              </a:rPr>
              <a:t>() {  // method</a:t>
            </a:r>
          </a:p>
          <a:p>
            <a:pPr marL="139700" indent="0">
              <a:buNone/>
            </a:pPr>
            <a:r>
              <a:rPr lang="en-SG">
                <a:latin typeface="Open Sans" panose="020B0606030504020204" pitchFamily="34" charset="0"/>
                <a:ea typeface="Open Sans" panose="020B0606030504020204" pitchFamily="34" charset="0"/>
                <a:cs typeface="Open Sans" panose="020B0606030504020204" pitchFamily="34" charset="0"/>
              </a:rPr>
              <a:t>        return </a:t>
            </a:r>
            <a:r>
              <a:rPr lang="en-SG" err="1">
                <a:latin typeface="Open Sans" panose="020B0606030504020204" pitchFamily="34" charset="0"/>
                <a:ea typeface="Open Sans" panose="020B0606030504020204" pitchFamily="34" charset="0"/>
                <a:cs typeface="Open Sans" panose="020B0606030504020204" pitchFamily="34" charset="0"/>
              </a:rPr>
              <a:t>fName.value</a:t>
            </a:r>
            <a:r>
              <a:rPr lang="en-SG">
                <a:latin typeface="Open Sans" panose="020B0606030504020204" pitchFamily="34" charset="0"/>
                <a:ea typeface="Open Sans" panose="020B0606030504020204" pitchFamily="34" charset="0"/>
                <a:cs typeface="Open Sans" panose="020B0606030504020204" pitchFamily="34" charset="0"/>
              </a:rPr>
              <a:t> + ' ' + </a:t>
            </a:r>
            <a:r>
              <a:rPr lang="en-SG" err="1">
                <a:latin typeface="Open Sans" panose="020B0606030504020204" pitchFamily="34" charset="0"/>
                <a:ea typeface="Open Sans" panose="020B0606030504020204" pitchFamily="34" charset="0"/>
                <a:cs typeface="Open Sans" panose="020B0606030504020204" pitchFamily="34" charset="0"/>
              </a:rPr>
              <a:t>lName.value</a:t>
            </a:r>
            <a:endParaRPr lang="en-SG">
              <a:latin typeface="Open Sans" panose="020B0606030504020204" pitchFamily="34" charset="0"/>
              <a:ea typeface="Open Sans" panose="020B0606030504020204" pitchFamily="34" charset="0"/>
              <a:cs typeface="Open Sans" panose="020B0606030504020204" pitchFamily="34" charset="0"/>
            </a:endParaRPr>
          </a:p>
          <a:p>
            <a:pPr marL="139700" indent="0">
              <a:buNone/>
            </a:pPr>
            <a:r>
              <a:rPr lang="en-SG">
                <a:latin typeface="Open Sans" panose="020B0606030504020204" pitchFamily="34" charset="0"/>
                <a:ea typeface="Open Sans" panose="020B0606030504020204" pitchFamily="34" charset="0"/>
                <a:cs typeface="Open Sans" panose="020B0606030504020204" pitchFamily="34" charset="0"/>
              </a:rPr>
              <a:t>    }</a:t>
            </a:r>
          </a:p>
          <a:p>
            <a:pPr marL="139700" indent="0">
              <a:buNone/>
            </a:pPr>
            <a:endParaRPr lang="en-SG">
              <a:latin typeface="Open Sans" panose="020B0606030504020204" pitchFamily="34" charset="0"/>
              <a:ea typeface="Open Sans" panose="020B0606030504020204" pitchFamily="34" charset="0"/>
              <a:cs typeface="Open Sans" panose="020B0606030504020204" pitchFamily="34" charset="0"/>
            </a:endParaRPr>
          </a:p>
          <a:p>
            <a:pPr marL="139700" indent="0">
              <a:buNone/>
            </a:pPr>
            <a:r>
              <a:rPr lang="en-SG">
                <a:latin typeface="Open Sans" panose="020B0606030504020204" pitchFamily="34" charset="0"/>
                <a:ea typeface="Open Sans" panose="020B0606030504020204" pitchFamily="34" charset="0"/>
                <a:cs typeface="Open Sans" panose="020B0606030504020204" pitchFamily="34" charset="0"/>
              </a:rPr>
              <a:t>===</a:t>
            </a:r>
          </a:p>
          <a:p>
            <a:pPr marL="139700" indent="0">
              <a:buNone/>
            </a:pPr>
            <a:endParaRPr lang="en-SG">
              <a:latin typeface="Open Sans" panose="020B0606030504020204" pitchFamily="34" charset="0"/>
              <a:ea typeface="Open Sans" panose="020B0606030504020204" pitchFamily="34" charset="0"/>
              <a:cs typeface="Open Sans" panose="020B0606030504020204" pitchFamily="34" charset="0"/>
            </a:endParaRPr>
          </a:p>
          <a:p>
            <a:pPr marL="139700" indent="0">
              <a:buNone/>
            </a:pPr>
            <a:r>
              <a:rPr lang="en-US">
                <a:latin typeface="Open Sans" panose="020B0606030504020204" pitchFamily="34" charset="0"/>
                <a:ea typeface="Open Sans" panose="020B0606030504020204" pitchFamily="34" charset="0"/>
                <a:cs typeface="Open Sans" panose="020B0606030504020204" pitchFamily="34" charset="0"/>
              </a:rPr>
              <a:t>&lt;p&gt;Full Name: "{{ </a:t>
            </a:r>
            <a:r>
              <a:rPr lang="en-US" err="1">
                <a:latin typeface="Open Sans" panose="020B0606030504020204" pitchFamily="34" charset="0"/>
                <a:ea typeface="Open Sans" panose="020B0606030504020204" pitchFamily="34" charset="0"/>
                <a:cs typeface="Open Sans" panose="020B0606030504020204" pitchFamily="34" charset="0"/>
              </a:rPr>
              <a:t>getFullName</a:t>
            </a:r>
            <a:r>
              <a:rPr lang="en-US">
                <a:latin typeface="Open Sans" panose="020B0606030504020204" pitchFamily="34" charset="0"/>
                <a:ea typeface="Open Sans" panose="020B0606030504020204" pitchFamily="34" charset="0"/>
                <a:cs typeface="Open Sans" panose="020B0606030504020204" pitchFamily="34" charset="0"/>
              </a:rPr>
              <a:t>() }}"&lt;/p&gt;</a:t>
            </a:r>
          </a:p>
          <a:p>
            <a:pPr marL="139700" indent="0">
              <a:buNone/>
            </a:pPr>
            <a:endParaRPr lang="en-SG">
              <a:latin typeface="Open Sans" panose="020B0606030504020204" pitchFamily="34" charset="0"/>
              <a:ea typeface="Open Sans" panose="020B0606030504020204" pitchFamily="34" charset="0"/>
              <a:cs typeface="Open Sans" panose="020B0606030504020204" pitchFamily="34" charset="0"/>
            </a:endParaRPr>
          </a:p>
        </p:txBody>
      </p:sp>
      <p:sp>
        <p:nvSpPr>
          <p:cNvPr id="84" name="Google Shape;84;p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Computed vs Methods</a:t>
            </a:r>
            <a:endParaRPr/>
          </a:p>
        </p:txBody>
      </p:sp>
      <p:sp>
        <p:nvSpPr>
          <p:cNvPr id="85" name="Google Shape;85;p4"/>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Computed</a:t>
            </a:r>
            <a:endParaRPr b="1"/>
          </a:p>
          <a:p>
            <a:pPr marL="0" marR="0" lvl="0" indent="0" algn="l" rtl="0">
              <a:lnSpc>
                <a:spcPct val="115000"/>
              </a:lnSpc>
              <a:spcBef>
                <a:spcPts val="1600"/>
              </a:spcBef>
              <a:spcAft>
                <a:spcPts val="0"/>
              </a:spcAft>
              <a:buSzPts val="1400"/>
              <a:buNone/>
            </a:pPr>
            <a:r>
              <a:rPr lang="en"/>
              <a:t>A computed property can be achieved by invoking a method.</a:t>
            </a:r>
            <a:endParaRPr/>
          </a:p>
          <a:p>
            <a:pPr marL="0" marR="0" lvl="0" indent="0" algn="l" rtl="0">
              <a:lnSpc>
                <a:spcPct val="115000"/>
              </a:lnSpc>
              <a:spcBef>
                <a:spcPts val="1600"/>
              </a:spcBef>
              <a:spcAft>
                <a:spcPts val="0"/>
              </a:spcAft>
              <a:buSzPts val="1400"/>
              <a:buNone/>
            </a:pPr>
            <a:r>
              <a:rPr lang="en"/>
              <a:t>Computed properties are cached based on their reactive dependencies. </a:t>
            </a:r>
            <a:endParaRPr/>
          </a:p>
          <a:p>
            <a:pPr marL="0" marR="0" lvl="0" indent="0" algn="l" rtl="0">
              <a:lnSpc>
                <a:spcPct val="115000"/>
              </a:lnSpc>
              <a:spcBef>
                <a:spcPts val="1600"/>
              </a:spcBef>
              <a:spcAft>
                <a:spcPts val="0"/>
              </a:spcAft>
              <a:buSzPts val="1400"/>
              <a:buNone/>
            </a:pPr>
            <a:r>
              <a:rPr lang="en"/>
              <a:t>A computed property only re-evaluates when some of its reactive dependencies have changed.</a:t>
            </a:r>
            <a:endParaRPr/>
          </a:p>
          <a:p>
            <a:pPr marL="0" marR="0" lvl="0" indent="0" algn="l" rtl="0">
              <a:lnSpc>
                <a:spcPct val="115000"/>
              </a:lnSpc>
              <a:spcBef>
                <a:spcPts val="1600"/>
              </a:spcBef>
              <a:spcAft>
                <a:spcPts val="1600"/>
              </a:spcAft>
              <a:buSzPts val="1400"/>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Form Input Binding: checkbox</a:t>
            </a:r>
            <a:endParaRPr/>
          </a:p>
        </p:txBody>
      </p:sp>
      <p:sp>
        <p:nvSpPr>
          <p:cNvPr id="90" name="Google Shape;90;p5"/>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Use v-model to create </a:t>
            </a:r>
            <a:r>
              <a:rPr lang="en">
                <a:solidFill>
                  <a:srgbClr val="3B9267"/>
                </a:solidFill>
              </a:rPr>
              <a:t>two-way data bindings </a:t>
            </a:r>
            <a:r>
              <a:rPr lang="en"/>
              <a:t>on form input, textarea, and select elements.</a:t>
            </a:r>
            <a:endParaRPr/>
          </a:p>
        </p:txBody>
      </p:sp>
      <p:sp>
        <p:nvSpPr>
          <p:cNvPr id="91" name="Google Shape;91;p5"/>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 </a:t>
            </a:r>
            <a:r>
              <a:rPr lang="en" i="1"/>
              <a:t>Example4.vue</a:t>
            </a:r>
          </a:p>
          <a:p>
            <a:pPr marL="0" marR="0" lvl="0" indent="0" algn="l" rtl="0">
              <a:lnSpc>
                <a:spcPct val="115000"/>
              </a:lnSpc>
              <a:spcBef>
                <a:spcPts val="0"/>
              </a:spcBef>
              <a:spcAft>
                <a:spcPts val="0"/>
              </a:spcAft>
              <a:buSzPts val="1400"/>
              <a:buNone/>
            </a:pPr>
            <a:endParaRPr lang="en" b="1" i="1"/>
          </a:p>
          <a:p>
            <a:pPr marL="0" marR="0" lvl="0" indent="0" algn="l" rtl="0">
              <a:lnSpc>
                <a:spcPct val="115000"/>
              </a:lnSpc>
              <a:spcBef>
                <a:spcPts val="1600"/>
              </a:spcBef>
              <a:spcAft>
                <a:spcPts val="0"/>
              </a:spcAft>
              <a:buSzPts val="1400"/>
              <a:buNone/>
            </a:pPr>
            <a:endParaRPr/>
          </a:p>
          <a:p>
            <a:pPr marL="0" marR="0" lvl="0" indent="0" algn="l" rtl="0">
              <a:lnSpc>
                <a:spcPct val="115000"/>
              </a:lnSpc>
              <a:spcBef>
                <a:spcPts val="0"/>
              </a:spcBef>
              <a:spcAft>
                <a:spcPts val="0"/>
              </a:spcAft>
              <a:buSzPts val="1400"/>
              <a:buNone/>
            </a:pPr>
            <a:endParaRPr/>
          </a:p>
        </p:txBody>
      </p:sp>
      <p:sp>
        <p:nvSpPr>
          <p:cNvPr id="3" name="TextBox 2">
            <a:extLst>
              <a:ext uri="{FF2B5EF4-FFF2-40B4-BE49-F238E27FC236}">
                <a16:creationId xmlns:a16="http://schemas.microsoft.com/office/drawing/2014/main" id="{6213276D-F65F-BF18-51BC-34D58FB5D519}"/>
              </a:ext>
            </a:extLst>
          </p:cNvPr>
          <p:cNvSpPr txBox="1"/>
          <p:nvPr/>
        </p:nvSpPr>
        <p:spPr>
          <a:xfrm>
            <a:off x="486137" y="1849757"/>
            <a:ext cx="8171725" cy="3270126"/>
          </a:xfrm>
          <a:prstGeom prst="rect">
            <a:avLst/>
          </a:prstGeom>
          <a:noFill/>
          <a:ln>
            <a:solidFill>
              <a:schemeClr val="tx1"/>
            </a:solidFill>
          </a:ln>
        </p:spPr>
        <p:txBody>
          <a:bodyPr wrap="square" rtlCol="0">
            <a:spAutoFit/>
          </a:bodyPr>
          <a:lstStyle/>
          <a:p>
            <a:r>
              <a:rPr lang="en-SG">
                <a:latin typeface="Open Sans" panose="020B0606030504020204" pitchFamily="34" charset="0"/>
                <a:ea typeface="Open Sans" panose="020B0606030504020204" pitchFamily="34" charset="0"/>
                <a:cs typeface="Open Sans" panose="020B0606030504020204" pitchFamily="34" charset="0"/>
              </a:rPr>
              <a:t>&lt;script setup&gt;</a:t>
            </a:r>
          </a:p>
          <a:p>
            <a:r>
              <a:rPr lang="en-SG">
                <a:latin typeface="Open Sans" panose="020B0606030504020204" pitchFamily="34" charset="0"/>
                <a:ea typeface="Open Sans" panose="020B0606030504020204" pitchFamily="34" charset="0"/>
                <a:cs typeface="Open Sans" panose="020B0606030504020204" pitchFamily="34" charset="0"/>
              </a:rPr>
              <a:t>    import { ref } from '</a:t>
            </a:r>
            <a:r>
              <a:rPr lang="en-SG" err="1">
                <a:latin typeface="Open Sans" panose="020B0606030504020204" pitchFamily="34" charset="0"/>
                <a:ea typeface="Open Sans" panose="020B0606030504020204" pitchFamily="34" charset="0"/>
                <a:cs typeface="Open Sans" panose="020B0606030504020204" pitchFamily="34" charset="0"/>
              </a:rPr>
              <a:t>vue</a:t>
            </a:r>
            <a:r>
              <a:rPr lang="en-SG">
                <a:latin typeface="Open Sans" panose="020B0606030504020204" pitchFamily="34" charset="0"/>
                <a:ea typeface="Open Sans" panose="020B0606030504020204" pitchFamily="34" charset="0"/>
                <a:cs typeface="Open Sans" panose="020B0606030504020204" pitchFamily="34" charset="0"/>
              </a:rPr>
              <a:t>’</a:t>
            </a:r>
          </a:p>
          <a:p>
            <a:r>
              <a:rPr lang="en-SG">
                <a:latin typeface="Open Sans" panose="020B0606030504020204" pitchFamily="34" charset="0"/>
                <a:ea typeface="Open Sans" panose="020B0606030504020204" pitchFamily="34" charset="0"/>
                <a:cs typeface="Open Sans" panose="020B0606030504020204" pitchFamily="34" charset="0"/>
              </a:rPr>
              <a:t>    </a:t>
            </a:r>
          </a:p>
          <a:p>
            <a:r>
              <a:rPr lang="en-SG">
                <a:latin typeface="Open Sans" panose="020B0606030504020204" pitchFamily="34" charset="0"/>
                <a:ea typeface="Open Sans" panose="020B0606030504020204" pitchFamily="34" charset="0"/>
                <a:cs typeface="Open Sans" panose="020B0606030504020204" pitchFamily="34" charset="0"/>
              </a:rPr>
              <a:t>    </a:t>
            </a:r>
            <a:r>
              <a:rPr lang="en-SG" err="1">
                <a:latin typeface="Open Sans" panose="020B0606030504020204" pitchFamily="34" charset="0"/>
                <a:ea typeface="Open Sans" panose="020B0606030504020204" pitchFamily="34" charset="0"/>
                <a:cs typeface="Open Sans" panose="020B0606030504020204" pitchFamily="34" charset="0"/>
              </a:rPr>
              <a:t>const</a:t>
            </a:r>
            <a:r>
              <a:rPr lang="en-SG">
                <a:latin typeface="Open Sans" panose="020B0606030504020204" pitchFamily="34" charset="0"/>
                <a:ea typeface="Open Sans" panose="020B0606030504020204" pitchFamily="34" charset="0"/>
                <a:cs typeface="Open Sans" panose="020B0606030504020204" pitchFamily="34" charset="0"/>
              </a:rPr>
              <a:t> </a:t>
            </a:r>
            <a:r>
              <a:rPr lang="en-SG" err="1">
                <a:latin typeface="Open Sans" panose="020B0606030504020204" pitchFamily="34" charset="0"/>
                <a:ea typeface="Open Sans" panose="020B0606030504020204" pitchFamily="34" charset="0"/>
                <a:cs typeface="Open Sans" panose="020B0606030504020204" pitchFamily="34" charset="0"/>
              </a:rPr>
              <a:t>selectedFruits</a:t>
            </a:r>
            <a:r>
              <a:rPr lang="en-SG">
                <a:latin typeface="Open Sans" panose="020B0606030504020204" pitchFamily="34" charset="0"/>
                <a:ea typeface="Open Sans" panose="020B0606030504020204" pitchFamily="34" charset="0"/>
                <a:cs typeface="Open Sans" panose="020B0606030504020204" pitchFamily="34" charset="0"/>
              </a:rPr>
              <a:t> = ref([]) </a:t>
            </a:r>
            <a:r>
              <a:rPr lang="en-SG"/>
              <a:t>// can also set an initial value like ['Apple', 'Banana']</a:t>
            </a:r>
          </a:p>
          <a:p>
            <a:pPr marL="0" indent="0">
              <a:buNone/>
            </a:pPr>
            <a:endParaRPr lang="en-SG">
              <a:latin typeface="Open Sans" panose="020B0606030504020204" pitchFamily="34" charset="0"/>
              <a:ea typeface="Open Sans" panose="020B0606030504020204" pitchFamily="34" charset="0"/>
              <a:cs typeface="Open Sans" panose="020B0606030504020204" pitchFamily="34" charset="0"/>
            </a:endParaRPr>
          </a:p>
          <a:p>
            <a:r>
              <a:rPr lang="en-SG">
                <a:latin typeface="Open Sans" panose="020B0606030504020204" pitchFamily="34" charset="0"/>
                <a:ea typeface="Open Sans" panose="020B0606030504020204" pitchFamily="34" charset="0"/>
                <a:cs typeface="Open Sans" panose="020B0606030504020204" pitchFamily="34" charset="0"/>
              </a:rPr>
              <a:t> &lt;/script&gt;</a:t>
            </a:r>
          </a:p>
          <a:p>
            <a:endParaRPr lang="en-SG">
              <a:latin typeface="Open Sans" panose="020B0606030504020204" pitchFamily="34" charset="0"/>
              <a:ea typeface="Open Sans" panose="020B0606030504020204" pitchFamily="34" charset="0"/>
              <a:cs typeface="Open Sans" panose="020B0606030504020204" pitchFamily="34" charset="0"/>
            </a:endParaRPr>
          </a:p>
          <a:p>
            <a:r>
              <a:rPr lang="en-SG">
                <a:latin typeface="Open Sans" panose="020B0606030504020204" pitchFamily="34" charset="0"/>
                <a:ea typeface="Open Sans" panose="020B0606030504020204" pitchFamily="34" charset="0"/>
                <a:cs typeface="Open Sans" panose="020B0606030504020204" pitchFamily="34" charset="0"/>
              </a:rPr>
              <a:t>&lt;template&gt;</a:t>
            </a:r>
          </a:p>
          <a:p>
            <a:pPr lvl="0">
              <a:lnSpc>
                <a:spcPct val="115000"/>
              </a:lnSpc>
              <a:buSzPts val="1400"/>
            </a:pPr>
            <a:r>
              <a:rPr lang="en-SG">
                <a:latin typeface="Open Sans" panose="020B0606030504020204" pitchFamily="34" charset="0"/>
                <a:ea typeface="Open Sans" panose="020B0606030504020204" pitchFamily="34" charset="0"/>
                <a:cs typeface="Open Sans" panose="020B0606030504020204" pitchFamily="34" charset="0"/>
              </a:rPr>
              <a:t>    &lt;input type="checkbox" name=“fruits" value=“Apple" v-model="</a:t>
            </a:r>
            <a:r>
              <a:rPr lang="en-SG" err="1">
                <a:latin typeface="Open Sans" panose="020B0606030504020204" pitchFamily="34" charset="0"/>
                <a:ea typeface="Open Sans" panose="020B0606030504020204" pitchFamily="34" charset="0"/>
                <a:cs typeface="Open Sans" panose="020B0606030504020204" pitchFamily="34" charset="0"/>
              </a:rPr>
              <a:t>selectedFruits</a:t>
            </a:r>
            <a:r>
              <a:rPr lang="en-SG">
                <a:latin typeface="Open Sans" panose="020B0606030504020204" pitchFamily="34" charset="0"/>
                <a:ea typeface="Open Sans" panose="020B0606030504020204" pitchFamily="34" charset="0"/>
                <a:cs typeface="Open Sans" panose="020B0606030504020204" pitchFamily="34" charset="0"/>
              </a:rPr>
              <a:t>"&gt; Apple</a:t>
            </a:r>
          </a:p>
          <a:p>
            <a:pPr lvl="0">
              <a:lnSpc>
                <a:spcPct val="115000"/>
              </a:lnSpc>
              <a:buSzPts val="1400"/>
            </a:pPr>
            <a:r>
              <a:rPr lang="en-SG">
                <a:latin typeface="Open Sans" panose="020B0606030504020204" pitchFamily="34" charset="0"/>
                <a:ea typeface="Open Sans" panose="020B0606030504020204" pitchFamily="34" charset="0"/>
                <a:cs typeface="Open Sans" panose="020B0606030504020204" pitchFamily="34" charset="0"/>
              </a:rPr>
              <a:t>    &lt;input type="checkbox" name=“fruits"  value=“Orange" v-model="</a:t>
            </a:r>
            <a:r>
              <a:rPr lang="en-SG" err="1">
                <a:latin typeface="Open Sans" panose="020B0606030504020204" pitchFamily="34" charset="0"/>
                <a:ea typeface="Open Sans" panose="020B0606030504020204" pitchFamily="34" charset="0"/>
                <a:cs typeface="Open Sans" panose="020B0606030504020204" pitchFamily="34" charset="0"/>
              </a:rPr>
              <a:t>selectedFruits</a:t>
            </a:r>
            <a:r>
              <a:rPr lang="en-SG">
                <a:latin typeface="Open Sans" panose="020B0606030504020204" pitchFamily="34" charset="0"/>
                <a:ea typeface="Open Sans" panose="020B0606030504020204" pitchFamily="34" charset="0"/>
                <a:cs typeface="Open Sans" panose="020B0606030504020204" pitchFamily="34" charset="0"/>
              </a:rPr>
              <a:t>“&gt; Orange</a:t>
            </a:r>
          </a:p>
          <a:p>
            <a:pPr lvl="0">
              <a:lnSpc>
                <a:spcPct val="115000"/>
              </a:lnSpc>
              <a:buSzPts val="1400"/>
            </a:pPr>
            <a:r>
              <a:rPr lang="en-SG">
                <a:latin typeface="Open Sans" panose="020B0606030504020204" pitchFamily="34" charset="0"/>
                <a:ea typeface="Open Sans" panose="020B0606030504020204" pitchFamily="34" charset="0"/>
                <a:cs typeface="Open Sans" panose="020B0606030504020204" pitchFamily="34" charset="0"/>
              </a:rPr>
              <a:t>    &lt;input type="checkbox" name=“fruits" value=“Banana" v-model=“</a:t>
            </a:r>
            <a:r>
              <a:rPr lang="en-SG" err="1">
                <a:latin typeface="Open Sans" panose="020B0606030504020204" pitchFamily="34" charset="0"/>
                <a:ea typeface="Open Sans" panose="020B0606030504020204" pitchFamily="34" charset="0"/>
                <a:cs typeface="Open Sans" panose="020B0606030504020204" pitchFamily="34" charset="0"/>
              </a:rPr>
              <a:t>selectedFruits</a:t>
            </a:r>
            <a:r>
              <a:rPr lang="en-SG">
                <a:latin typeface="Open Sans" panose="020B0606030504020204" pitchFamily="34" charset="0"/>
                <a:ea typeface="Open Sans" panose="020B0606030504020204" pitchFamily="34" charset="0"/>
                <a:cs typeface="Open Sans" panose="020B0606030504020204" pitchFamily="34" charset="0"/>
              </a:rPr>
              <a:t>"&gt; Banana</a:t>
            </a:r>
          </a:p>
          <a:p>
            <a:pPr lvl="0">
              <a:lnSpc>
                <a:spcPct val="115000"/>
              </a:lnSpc>
              <a:buSzPts val="1400"/>
            </a:pPr>
            <a:endParaRPr lang="en-SG">
              <a:latin typeface="Open Sans" panose="020B0606030504020204" pitchFamily="34" charset="0"/>
              <a:ea typeface="Open Sans" panose="020B0606030504020204" pitchFamily="34" charset="0"/>
              <a:cs typeface="Open Sans" panose="020B0606030504020204" pitchFamily="34" charset="0"/>
            </a:endParaRPr>
          </a:p>
          <a:p>
            <a:pPr lvl="0">
              <a:lnSpc>
                <a:spcPct val="115000"/>
              </a:lnSpc>
              <a:buSzPts val="1400"/>
            </a:pPr>
            <a:r>
              <a:rPr lang="en-SG">
                <a:latin typeface="Open Sans" panose="020B0606030504020204" pitchFamily="34" charset="0"/>
                <a:ea typeface="Open Sans" panose="020B0606030504020204" pitchFamily="34" charset="0"/>
                <a:cs typeface="Open Sans" panose="020B0606030504020204" pitchFamily="34" charset="0"/>
              </a:rPr>
              <a:t>    &lt;p&gt;You selected {{ </a:t>
            </a:r>
            <a:r>
              <a:rPr lang="en-SG" err="1">
                <a:latin typeface="Open Sans" panose="020B0606030504020204" pitchFamily="34" charset="0"/>
                <a:ea typeface="Open Sans" panose="020B0606030504020204" pitchFamily="34" charset="0"/>
                <a:cs typeface="Open Sans" panose="020B0606030504020204" pitchFamily="34" charset="0"/>
              </a:rPr>
              <a:t>selectedFruits</a:t>
            </a:r>
            <a:r>
              <a:rPr lang="en-SG">
                <a:latin typeface="Open Sans" panose="020B0606030504020204" pitchFamily="34" charset="0"/>
                <a:ea typeface="Open Sans" panose="020B0606030504020204" pitchFamily="34" charset="0"/>
                <a:cs typeface="Open Sans" panose="020B0606030504020204" pitchFamily="34" charset="0"/>
              </a:rPr>
              <a:t> }} &lt;/p&gt;</a:t>
            </a:r>
          </a:p>
          <a:p>
            <a:r>
              <a:rPr lang="en-SG">
                <a:latin typeface="Open Sans" panose="020B0606030504020204" pitchFamily="34" charset="0"/>
                <a:ea typeface="Open Sans" panose="020B0606030504020204" pitchFamily="34" charset="0"/>
                <a:cs typeface="Open Sans" panose="020B0606030504020204" pitchFamily="34" charset="0"/>
              </a:rPr>
              <a:t>&lt;/template&gt;</a:t>
            </a:r>
          </a:p>
        </p:txBody>
      </p:sp>
      <p:pic>
        <p:nvPicPr>
          <p:cNvPr id="5" name="Picture 4">
            <a:extLst>
              <a:ext uri="{FF2B5EF4-FFF2-40B4-BE49-F238E27FC236}">
                <a16:creationId xmlns:a16="http://schemas.microsoft.com/office/drawing/2014/main" id="{C5046A0F-2192-C303-78A8-97DC7DFC46C5}"/>
              </a:ext>
            </a:extLst>
          </p:cNvPr>
          <p:cNvPicPr>
            <a:picLocks noChangeAspect="1"/>
          </p:cNvPicPr>
          <p:nvPr/>
        </p:nvPicPr>
        <p:blipFill>
          <a:blip r:embed="rId3"/>
          <a:stretch>
            <a:fillRect/>
          </a:stretch>
        </p:blipFill>
        <p:spPr>
          <a:xfrm>
            <a:off x="5700962" y="1884482"/>
            <a:ext cx="2934109" cy="61921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F4411308-585B-E1E3-6D66-04E0FDD6E5C5}"/>
            </a:ext>
          </a:extLst>
        </p:cNvPr>
        <p:cNvGrpSpPr/>
        <p:nvPr/>
      </p:nvGrpSpPr>
      <p:grpSpPr>
        <a:xfrm>
          <a:off x="0" y="0"/>
          <a:ext cx="0" cy="0"/>
          <a:chOff x="0" y="0"/>
          <a:chExt cx="0" cy="0"/>
        </a:xfrm>
      </p:grpSpPr>
      <p:sp>
        <p:nvSpPr>
          <p:cNvPr id="89" name="Google Shape;89;p5">
            <a:extLst>
              <a:ext uri="{FF2B5EF4-FFF2-40B4-BE49-F238E27FC236}">
                <a16:creationId xmlns:a16="http://schemas.microsoft.com/office/drawing/2014/main" id="{4675376E-92BC-23F3-5C93-0222BBA1057E}"/>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Form Input Binding: radio</a:t>
            </a:r>
            <a:endParaRPr/>
          </a:p>
        </p:txBody>
      </p:sp>
      <p:sp>
        <p:nvSpPr>
          <p:cNvPr id="90" name="Google Shape;90;p5">
            <a:extLst>
              <a:ext uri="{FF2B5EF4-FFF2-40B4-BE49-F238E27FC236}">
                <a16:creationId xmlns:a16="http://schemas.microsoft.com/office/drawing/2014/main" id="{8F80133C-103E-B719-6175-78CB0DB1061F}"/>
              </a:ext>
            </a:extLst>
          </p:cNvPr>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Use v-model to create </a:t>
            </a:r>
            <a:r>
              <a:rPr lang="en">
                <a:solidFill>
                  <a:srgbClr val="3B9267"/>
                </a:solidFill>
              </a:rPr>
              <a:t>two-way data bindings </a:t>
            </a:r>
            <a:r>
              <a:rPr lang="en"/>
              <a:t>on form input, textarea, and select elements.</a:t>
            </a:r>
            <a:endParaRPr/>
          </a:p>
        </p:txBody>
      </p:sp>
      <p:sp>
        <p:nvSpPr>
          <p:cNvPr id="91" name="Google Shape;91;p5">
            <a:extLst>
              <a:ext uri="{FF2B5EF4-FFF2-40B4-BE49-F238E27FC236}">
                <a16:creationId xmlns:a16="http://schemas.microsoft.com/office/drawing/2014/main" id="{055C3665-769F-9250-D462-7FC373FD9449}"/>
              </a:ext>
            </a:extLst>
          </p:cNvPr>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 </a:t>
            </a:r>
            <a:r>
              <a:rPr lang="en" i="1"/>
              <a:t>Example4.vue</a:t>
            </a:r>
          </a:p>
          <a:p>
            <a:pPr marL="0" marR="0" lvl="0" indent="0" algn="l" rtl="0">
              <a:lnSpc>
                <a:spcPct val="115000"/>
              </a:lnSpc>
              <a:spcBef>
                <a:spcPts val="0"/>
              </a:spcBef>
              <a:spcAft>
                <a:spcPts val="0"/>
              </a:spcAft>
              <a:buSzPts val="1400"/>
              <a:buNone/>
            </a:pPr>
            <a:endParaRPr lang="en" b="1" i="1"/>
          </a:p>
          <a:p>
            <a:pPr marL="0" marR="0" lvl="0" indent="0" algn="l" rtl="0">
              <a:lnSpc>
                <a:spcPct val="115000"/>
              </a:lnSpc>
              <a:spcBef>
                <a:spcPts val="1600"/>
              </a:spcBef>
              <a:spcAft>
                <a:spcPts val="0"/>
              </a:spcAft>
              <a:buSzPts val="1400"/>
              <a:buNone/>
            </a:pPr>
            <a:endParaRPr/>
          </a:p>
          <a:p>
            <a:pPr marL="0" marR="0" lvl="0" indent="0" algn="l" rtl="0">
              <a:lnSpc>
                <a:spcPct val="115000"/>
              </a:lnSpc>
              <a:spcBef>
                <a:spcPts val="0"/>
              </a:spcBef>
              <a:spcAft>
                <a:spcPts val="0"/>
              </a:spcAft>
              <a:buSzPts val="1400"/>
              <a:buNone/>
            </a:pPr>
            <a:endParaRPr/>
          </a:p>
        </p:txBody>
      </p:sp>
      <p:sp>
        <p:nvSpPr>
          <p:cNvPr id="3" name="TextBox 2">
            <a:extLst>
              <a:ext uri="{FF2B5EF4-FFF2-40B4-BE49-F238E27FC236}">
                <a16:creationId xmlns:a16="http://schemas.microsoft.com/office/drawing/2014/main" id="{F5A94D1E-8E11-FEA5-8049-EF1DB5DE8911}"/>
              </a:ext>
            </a:extLst>
          </p:cNvPr>
          <p:cNvSpPr txBox="1"/>
          <p:nvPr/>
        </p:nvSpPr>
        <p:spPr>
          <a:xfrm>
            <a:off x="486137" y="1934475"/>
            <a:ext cx="8171725" cy="2893100"/>
          </a:xfrm>
          <a:prstGeom prst="rect">
            <a:avLst/>
          </a:prstGeom>
          <a:noFill/>
          <a:ln>
            <a:solidFill>
              <a:schemeClr val="tx1"/>
            </a:solidFill>
          </a:ln>
        </p:spPr>
        <p:txBody>
          <a:bodyPr wrap="square" rtlCol="0">
            <a:spAutoFit/>
          </a:bodyPr>
          <a:lstStyle/>
          <a:p>
            <a:r>
              <a:rPr lang="en-SG">
                <a:latin typeface="Open Sans" panose="020B0606030504020204" pitchFamily="34" charset="0"/>
                <a:ea typeface="Open Sans" panose="020B0606030504020204" pitchFamily="34" charset="0"/>
                <a:cs typeface="Open Sans" panose="020B0606030504020204" pitchFamily="34" charset="0"/>
              </a:rPr>
              <a:t>&lt;script setup&gt;</a:t>
            </a:r>
          </a:p>
          <a:p>
            <a:r>
              <a:rPr lang="en-SG">
                <a:latin typeface="Open Sans" panose="020B0606030504020204" pitchFamily="34" charset="0"/>
                <a:ea typeface="Open Sans" panose="020B0606030504020204" pitchFamily="34" charset="0"/>
                <a:cs typeface="Open Sans" panose="020B0606030504020204" pitchFamily="34" charset="0"/>
              </a:rPr>
              <a:t>    import { ref } from '</a:t>
            </a:r>
            <a:r>
              <a:rPr lang="en-SG" err="1">
                <a:latin typeface="Open Sans" panose="020B0606030504020204" pitchFamily="34" charset="0"/>
                <a:ea typeface="Open Sans" panose="020B0606030504020204" pitchFamily="34" charset="0"/>
                <a:cs typeface="Open Sans" panose="020B0606030504020204" pitchFamily="34" charset="0"/>
              </a:rPr>
              <a:t>vue</a:t>
            </a:r>
            <a:r>
              <a:rPr lang="en-SG">
                <a:latin typeface="Open Sans" panose="020B0606030504020204" pitchFamily="34" charset="0"/>
                <a:ea typeface="Open Sans" panose="020B0606030504020204" pitchFamily="34" charset="0"/>
                <a:cs typeface="Open Sans" panose="020B0606030504020204" pitchFamily="34" charset="0"/>
              </a:rPr>
              <a:t>’</a:t>
            </a:r>
          </a:p>
          <a:p>
            <a:r>
              <a:rPr lang="en-SG">
                <a:latin typeface="Open Sans" panose="020B0606030504020204" pitchFamily="34" charset="0"/>
                <a:ea typeface="Open Sans" panose="020B0606030504020204" pitchFamily="34" charset="0"/>
                <a:cs typeface="Open Sans" panose="020B0606030504020204" pitchFamily="34" charset="0"/>
              </a:rPr>
              <a:t>    </a:t>
            </a:r>
          </a:p>
          <a:p>
            <a:r>
              <a:rPr lang="en-SG">
                <a:latin typeface="Open Sans" panose="020B0606030504020204" pitchFamily="34" charset="0"/>
                <a:ea typeface="Open Sans" panose="020B0606030504020204" pitchFamily="34" charset="0"/>
                <a:cs typeface="Open Sans" panose="020B0606030504020204" pitchFamily="34" charset="0"/>
              </a:rPr>
              <a:t>    </a:t>
            </a:r>
            <a:r>
              <a:rPr lang="en-SG" err="1"/>
              <a:t>const</a:t>
            </a:r>
            <a:r>
              <a:rPr lang="en-SG"/>
              <a:t> picked = ref('')  // can also set an initial value like 'two'</a:t>
            </a:r>
            <a:endParaRPr lang="en-SG">
              <a:latin typeface="Open Sans" panose="020B0606030504020204" pitchFamily="34" charset="0"/>
              <a:ea typeface="Open Sans" panose="020B0606030504020204" pitchFamily="34" charset="0"/>
              <a:cs typeface="Open Sans" panose="020B0606030504020204" pitchFamily="34" charset="0"/>
            </a:endParaRPr>
          </a:p>
          <a:p>
            <a:r>
              <a:rPr lang="en-SG">
                <a:latin typeface="Open Sans" panose="020B0606030504020204" pitchFamily="34" charset="0"/>
                <a:ea typeface="Open Sans" panose="020B0606030504020204" pitchFamily="34" charset="0"/>
                <a:cs typeface="Open Sans" panose="020B0606030504020204" pitchFamily="34" charset="0"/>
              </a:rPr>
              <a:t> &lt;/script&gt;</a:t>
            </a:r>
          </a:p>
          <a:p>
            <a:endParaRPr lang="en-SG">
              <a:latin typeface="Open Sans" panose="020B0606030504020204" pitchFamily="34" charset="0"/>
              <a:ea typeface="Open Sans" panose="020B0606030504020204" pitchFamily="34" charset="0"/>
              <a:cs typeface="Open Sans" panose="020B0606030504020204" pitchFamily="34" charset="0"/>
            </a:endParaRPr>
          </a:p>
          <a:p>
            <a:r>
              <a:rPr lang="en-SG">
                <a:latin typeface="Open Sans" panose="020B0606030504020204" pitchFamily="34" charset="0"/>
                <a:ea typeface="Open Sans" panose="020B0606030504020204" pitchFamily="34" charset="0"/>
                <a:cs typeface="Open Sans" panose="020B0606030504020204" pitchFamily="34" charset="0"/>
              </a:rPr>
              <a:t>&lt;template&gt;</a:t>
            </a:r>
          </a:p>
          <a:p>
            <a:r>
              <a:rPr lang="en-SG">
                <a:latin typeface="Open Sans" panose="020B0606030504020204" pitchFamily="34" charset="0"/>
                <a:ea typeface="Open Sans" panose="020B0606030504020204" pitchFamily="34" charset="0"/>
                <a:cs typeface="Open Sans" panose="020B0606030504020204" pitchFamily="34" charset="0"/>
              </a:rPr>
              <a:t>    </a:t>
            </a:r>
            <a:r>
              <a:rPr lang="en-SG"/>
              <a:t>&lt;input type="radio" name="</a:t>
            </a:r>
            <a:r>
              <a:rPr lang="en-SG" err="1"/>
              <a:t>num</a:t>
            </a:r>
            <a:r>
              <a:rPr lang="en-SG"/>
              <a:t>" v-model="picked"&gt; None &lt;</a:t>
            </a:r>
            <a:r>
              <a:rPr lang="en-SG" err="1"/>
              <a:t>br</a:t>
            </a:r>
            <a:r>
              <a:rPr lang="en-SG"/>
              <a:t>&gt;</a:t>
            </a:r>
          </a:p>
          <a:p>
            <a:r>
              <a:rPr lang="en-SG"/>
              <a:t>    &lt;input type="radio" name="</a:t>
            </a:r>
            <a:r>
              <a:rPr lang="en-SG" err="1"/>
              <a:t>num</a:t>
            </a:r>
            <a:r>
              <a:rPr lang="en-SG"/>
              <a:t>" value="One" v-model="picked"&gt; One &lt;</a:t>
            </a:r>
            <a:r>
              <a:rPr lang="en-SG" err="1"/>
              <a:t>br</a:t>
            </a:r>
            <a:r>
              <a:rPr lang="en-SG"/>
              <a:t>&gt;</a:t>
            </a:r>
          </a:p>
          <a:p>
            <a:r>
              <a:rPr lang="en-SG"/>
              <a:t>    &lt;input type="radio" name="</a:t>
            </a:r>
            <a:r>
              <a:rPr lang="en-SG" err="1"/>
              <a:t>num</a:t>
            </a:r>
            <a:r>
              <a:rPr lang="en-SG"/>
              <a:t>" value="Two" v-model="picked"&gt; Two &lt;</a:t>
            </a:r>
            <a:r>
              <a:rPr lang="en-SG" err="1"/>
              <a:t>br</a:t>
            </a:r>
            <a:r>
              <a:rPr lang="en-SG"/>
              <a:t>&gt;</a:t>
            </a:r>
          </a:p>
          <a:p>
            <a:r>
              <a:rPr lang="en-SG"/>
              <a:t>    </a:t>
            </a:r>
          </a:p>
          <a:p>
            <a:r>
              <a:rPr lang="en-SG"/>
              <a:t>    &lt;span&gt;You picked: {{ picked }}&lt;/span&gt;</a:t>
            </a:r>
          </a:p>
          <a:p>
            <a:r>
              <a:rPr lang="en-SG">
                <a:latin typeface="Open Sans" panose="020B0606030504020204" pitchFamily="34" charset="0"/>
                <a:ea typeface="Open Sans" panose="020B0606030504020204" pitchFamily="34" charset="0"/>
                <a:cs typeface="Open Sans" panose="020B0606030504020204" pitchFamily="34" charset="0"/>
              </a:rPr>
              <a:t>&lt;/template&gt;</a:t>
            </a:r>
          </a:p>
        </p:txBody>
      </p:sp>
      <p:pic>
        <p:nvPicPr>
          <p:cNvPr id="4" name="Picture 3">
            <a:extLst>
              <a:ext uri="{FF2B5EF4-FFF2-40B4-BE49-F238E27FC236}">
                <a16:creationId xmlns:a16="http://schemas.microsoft.com/office/drawing/2014/main" id="{4D3E9813-5B40-9097-9058-D93C889AC588}"/>
              </a:ext>
            </a:extLst>
          </p:cNvPr>
          <p:cNvPicPr>
            <a:picLocks noChangeAspect="1"/>
          </p:cNvPicPr>
          <p:nvPr/>
        </p:nvPicPr>
        <p:blipFill>
          <a:blip r:embed="rId3"/>
          <a:stretch>
            <a:fillRect/>
          </a:stretch>
        </p:blipFill>
        <p:spPr>
          <a:xfrm>
            <a:off x="7389429" y="2073434"/>
            <a:ext cx="1152686" cy="828791"/>
          </a:xfrm>
          <a:prstGeom prst="rect">
            <a:avLst/>
          </a:prstGeom>
        </p:spPr>
      </p:pic>
    </p:spTree>
    <p:extLst>
      <p:ext uri="{BB962C8B-B14F-4D97-AF65-F5344CB8AC3E}">
        <p14:creationId xmlns:p14="http://schemas.microsoft.com/office/powerpoint/2010/main" val="1298199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E9EF1DC0-214A-C717-E2B4-574644FCFA3F}"/>
            </a:ext>
          </a:extLst>
        </p:cNvPr>
        <p:cNvGrpSpPr/>
        <p:nvPr/>
      </p:nvGrpSpPr>
      <p:grpSpPr>
        <a:xfrm>
          <a:off x="0" y="0"/>
          <a:ext cx="0" cy="0"/>
          <a:chOff x="0" y="0"/>
          <a:chExt cx="0" cy="0"/>
        </a:xfrm>
      </p:grpSpPr>
      <p:sp>
        <p:nvSpPr>
          <p:cNvPr id="89" name="Google Shape;89;p5">
            <a:extLst>
              <a:ext uri="{FF2B5EF4-FFF2-40B4-BE49-F238E27FC236}">
                <a16:creationId xmlns:a16="http://schemas.microsoft.com/office/drawing/2014/main" id="{CDA35B64-5111-44EA-8B4B-E3999217A27B}"/>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Form Input Binding: select</a:t>
            </a:r>
            <a:endParaRPr/>
          </a:p>
        </p:txBody>
      </p:sp>
      <p:sp>
        <p:nvSpPr>
          <p:cNvPr id="90" name="Google Shape;90;p5">
            <a:extLst>
              <a:ext uri="{FF2B5EF4-FFF2-40B4-BE49-F238E27FC236}">
                <a16:creationId xmlns:a16="http://schemas.microsoft.com/office/drawing/2014/main" id="{117B07F7-569D-B84E-BE76-5AC6D2C9FFBB}"/>
              </a:ext>
            </a:extLst>
          </p:cNvPr>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Use v-model to create </a:t>
            </a:r>
            <a:r>
              <a:rPr lang="en">
                <a:solidFill>
                  <a:srgbClr val="3B9267"/>
                </a:solidFill>
              </a:rPr>
              <a:t>two-way data bindings </a:t>
            </a:r>
            <a:r>
              <a:rPr lang="en"/>
              <a:t>on form input, textarea, and select elements.</a:t>
            </a:r>
            <a:endParaRPr/>
          </a:p>
        </p:txBody>
      </p:sp>
      <p:sp>
        <p:nvSpPr>
          <p:cNvPr id="91" name="Google Shape;91;p5">
            <a:extLst>
              <a:ext uri="{FF2B5EF4-FFF2-40B4-BE49-F238E27FC236}">
                <a16:creationId xmlns:a16="http://schemas.microsoft.com/office/drawing/2014/main" id="{5CFFA42F-EA06-07A2-7224-F3D188E5300E}"/>
              </a:ext>
            </a:extLst>
          </p:cNvPr>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 </a:t>
            </a:r>
            <a:r>
              <a:rPr lang="en" i="1"/>
              <a:t>Example4.vue</a:t>
            </a:r>
          </a:p>
          <a:p>
            <a:pPr marL="0" marR="0" lvl="0" indent="0" algn="l" rtl="0">
              <a:lnSpc>
                <a:spcPct val="115000"/>
              </a:lnSpc>
              <a:spcBef>
                <a:spcPts val="0"/>
              </a:spcBef>
              <a:spcAft>
                <a:spcPts val="0"/>
              </a:spcAft>
              <a:buSzPts val="1400"/>
              <a:buNone/>
            </a:pPr>
            <a:endParaRPr lang="en" b="1" i="1"/>
          </a:p>
          <a:p>
            <a:pPr marL="0" marR="0" lvl="0" indent="0" algn="l" rtl="0">
              <a:lnSpc>
                <a:spcPct val="115000"/>
              </a:lnSpc>
              <a:spcBef>
                <a:spcPts val="1600"/>
              </a:spcBef>
              <a:spcAft>
                <a:spcPts val="0"/>
              </a:spcAft>
              <a:buSzPts val="1400"/>
              <a:buNone/>
            </a:pPr>
            <a:endParaRPr/>
          </a:p>
          <a:p>
            <a:pPr marL="0" marR="0" lvl="0" indent="0" algn="l" rtl="0">
              <a:lnSpc>
                <a:spcPct val="115000"/>
              </a:lnSpc>
              <a:spcBef>
                <a:spcPts val="0"/>
              </a:spcBef>
              <a:spcAft>
                <a:spcPts val="0"/>
              </a:spcAft>
              <a:buSzPts val="1400"/>
              <a:buNone/>
            </a:pPr>
            <a:endParaRPr/>
          </a:p>
        </p:txBody>
      </p:sp>
      <p:sp>
        <p:nvSpPr>
          <p:cNvPr id="3" name="TextBox 2">
            <a:extLst>
              <a:ext uri="{FF2B5EF4-FFF2-40B4-BE49-F238E27FC236}">
                <a16:creationId xmlns:a16="http://schemas.microsoft.com/office/drawing/2014/main" id="{CAC6C7FB-10CC-44D6-63B9-D365C2EEADBF}"/>
              </a:ext>
            </a:extLst>
          </p:cNvPr>
          <p:cNvSpPr txBox="1"/>
          <p:nvPr/>
        </p:nvSpPr>
        <p:spPr>
          <a:xfrm>
            <a:off x="486137" y="1830300"/>
            <a:ext cx="8171725" cy="3323987"/>
          </a:xfrm>
          <a:prstGeom prst="rect">
            <a:avLst/>
          </a:prstGeom>
          <a:noFill/>
          <a:ln>
            <a:solidFill>
              <a:schemeClr val="tx1"/>
            </a:solidFill>
          </a:ln>
        </p:spPr>
        <p:txBody>
          <a:bodyPr wrap="square" rtlCol="0">
            <a:spAutoFit/>
          </a:bodyPr>
          <a:lstStyle/>
          <a:p>
            <a:r>
              <a:rPr lang="en-SG">
                <a:latin typeface="Open Sans" panose="020B0606030504020204" pitchFamily="34" charset="0"/>
                <a:ea typeface="Open Sans" panose="020B0606030504020204" pitchFamily="34" charset="0"/>
                <a:cs typeface="Open Sans" panose="020B0606030504020204" pitchFamily="34" charset="0"/>
              </a:rPr>
              <a:t>&lt;script setup&gt;</a:t>
            </a:r>
          </a:p>
          <a:p>
            <a:r>
              <a:rPr lang="en-SG">
                <a:latin typeface="Open Sans" panose="020B0606030504020204" pitchFamily="34" charset="0"/>
                <a:ea typeface="Open Sans" panose="020B0606030504020204" pitchFamily="34" charset="0"/>
                <a:cs typeface="Open Sans" panose="020B0606030504020204" pitchFamily="34" charset="0"/>
              </a:rPr>
              <a:t>    import { ref } from '</a:t>
            </a:r>
            <a:r>
              <a:rPr lang="en-SG" err="1">
                <a:latin typeface="Open Sans" panose="020B0606030504020204" pitchFamily="34" charset="0"/>
                <a:ea typeface="Open Sans" panose="020B0606030504020204" pitchFamily="34" charset="0"/>
                <a:cs typeface="Open Sans" panose="020B0606030504020204" pitchFamily="34" charset="0"/>
              </a:rPr>
              <a:t>vue</a:t>
            </a:r>
            <a:r>
              <a:rPr lang="en-SG">
                <a:latin typeface="Open Sans" panose="020B0606030504020204" pitchFamily="34" charset="0"/>
                <a:ea typeface="Open Sans" panose="020B0606030504020204" pitchFamily="34" charset="0"/>
                <a:cs typeface="Open Sans" panose="020B0606030504020204" pitchFamily="34" charset="0"/>
              </a:rPr>
              <a:t>’</a:t>
            </a:r>
          </a:p>
          <a:p>
            <a:r>
              <a:rPr lang="en-SG">
                <a:latin typeface="Open Sans" panose="020B0606030504020204" pitchFamily="34" charset="0"/>
                <a:ea typeface="Open Sans" panose="020B0606030504020204" pitchFamily="34" charset="0"/>
                <a:cs typeface="Open Sans" panose="020B0606030504020204" pitchFamily="34" charset="0"/>
              </a:rPr>
              <a:t>    </a:t>
            </a:r>
          </a:p>
          <a:p>
            <a:r>
              <a:rPr lang="en-SG">
                <a:latin typeface="Open Sans" panose="020B0606030504020204" pitchFamily="34" charset="0"/>
                <a:ea typeface="Open Sans" panose="020B0606030504020204" pitchFamily="34" charset="0"/>
                <a:cs typeface="Open Sans" panose="020B0606030504020204" pitchFamily="34" charset="0"/>
              </a:rPr>
              <a:t>    </a:t>
            </a:r>
            <a:r>
              <a:rPr lang="en-SG" err="1"/>
              <a:t>const</a:t>
            </a:r>
            <a:r>
              <a:rPr lang="en-SG"/>
              <a:t> selected = ref('') // can also set an initial value like 'B'</a:t>
            </a:r>
          </a:p>
          <a:p>
            <a:r>
              <a:rPr lang="en-SG">
                <a:latin typeface="Open Sans" panose="020B0606030504020204" pitchFamily="34" charset="0"/>
                <a:ea typeface="Open Sans" panose="020B0606030504020204" pitchFamily="34" charset="0"/>
                <a:cs typeface="Open Sans" panose="020B0606030504020204" pitchFamily="34" charset="0"/>
              </a:rPr>
              <a:t> &lt;/script&gt;</a:t>
            </a:r>
          </a:p>
          <a:p>
            <a:endParaRPr lang="en-SG">
              <a:latin typeface="Open Sans" panose="020B0606030504020204" pitchFamily="34" charset="0"/>
              <a:ea typeface="Open Sans" panose="020B0606030504020204" pitchFamily="34" charset="0"/>
              <a:cs typeface="Open Sans" panose="020B0606030504020204" pitchFamily="34" charset="0"/>
            </a:endParaRPr>
          </a:p>
          <a:p>
            <a:r>
              <a:rPr lang="en-SG">
                <a:latin typeface="Open Sans" panose="020B0606030504020204" pitchFamily="34" charset="0"/>
                <a:ea typeface="Open Sans" panose="020B0606030504020204" pitchFamily="34" charset="0"/>
                <a:cs typeface="Open Sans" panose="020B0606030504020204" pitchFamily="34" charset="0"/>
              </a:rPr>
              <a:t>&lt;template&gt;</a:t>
            </a:r>
          </a:p>
          <a:p>
            <a:r>
              <a:rPr lang="en-SG">
                <a:latin typeface="Open Sans" panose="020B0606030504020204" pitchFamily="34" charset="0"/>
                <a:ea typeface="Open Sans" panose="020B0606030504020204" pitchFamily="34" charset="0"/>
                <a:cs typeface="Open Sans" panose="020B0606030504020204" pitchFamily="34" charset="0"/>
              </a:rPr>
              <a:t>    </a:t>
            </a:r>
            <a:r>
              <a:rPr lang="en-SG"/>
              <a:t>&lt;select v-model="selected"&gt;</a:t>
            </a:r>
          </a:p>
          <a:p>
            <a:r>
              <a:rPr lang="en-SG"/>
              <a:t>            &lt;option disabled value=""&gt;Please select one&lt;/option&gt;</a:t>
            </a:r>
          </a:p>
          <a:p>
            <a:r>
              <a:rPr lang="en-SG"/>
              <a:t>            &lt;option&gt;A&lt;/option&gt;</a:t>
            </a:r>
          </a:p>
          <a:p>
            <a:r>
              <a:rPr lang="en-SG"/>
              <a:t>            &lt;option&gt;B&lt;/option&gt;</a:t>
            </a:r>
          </a:p>
          <a:p>
            <a:r>
              <a:rPr lang="en-SG"/>
              <a:t>            &lt;option&gt;C&lt;/option&gt;</a:t>
            </a:r>
          </a:p>
          <a:p>
            <a:r>
              <a:rPr lang="en-SG"/>
              <a:t>    &lt;/select&gt;</a:t>
            </a:r>
          </a:p>
          <a:p>
            <a:r>
              <a:rPr lang="en-SG"/>
              <a:t>    &lt;span&gt;Selected: {{ selected }}&lt;/span&gt;</a:t>
            </a:r>
          </a:p>
          <a:p>
            <a:r>
              <a:rPr lang="en-SG">
                <a:latin typeface="Open Sans" panose="020B0606030504020204" pitchFamily="34" charset="0"/>
                <a:ea typeface="Open Sans" panose="020B0606030504020204" pitchFamily="34" charset="0"/>
                <a:cs typeface="Open Sans" panose="020B0606030504020204" pitchFamily="34" charset="0"/>
              </a:rPr>
              <a:t>&lt;/template&gt;</a:t>
            </a:r>
          </a:p>
        </p:txBody>
      </p:sp>
      <p:pic>
        <p:nvPicPr>
          <p:cNvPr id="7" name="Picture 6">
            <a:extLst>
              <a:ext uri="{FF2B5EF4-FFF2-40B4-BE49-F238E27FC236}">
                <a16:creationId xmlns:a16="http://schemas.microsoft.com/office/drawing/2014/main" id="{87A37B01-BC40-E378-0ABC-A224929EDFC2}"/>
              </a:ext>
            </a:extLst>
          </p:cNvPr>
          <p:cNvPicPr>
            <a:picLocks noChangeAspect="1"/>
          </p:cNvPicPr>
          <p:nvPr/>
        </p:nvPicPr>
        <p:blipFill>
          <a:blip r:embed="rId3"/>
          <a:stretch>
            <a:fillRect/>
          </a:stretch>
        </p:blipFill>
        <p:spPr>
          <a:xfrm>
            <a:off x="6601506" y="1877659"/>
            <a:ext cx="2010056" cy="1295581"/>
          </a:xfrm>
          <a:prstGeom prst="rect">
            <a:avLst/>
          </a:prstGeom>
        </p:spPr>
      </p:pic>
    </p:spTree>
    <p:extLst>
      <p:ext uri="{BB962C8B-B14F-4D97-AF65-F5344CB8AC3E}">
        <p14:creationId xmlns:p14="http://schemas.microsoft.com/office/powerpoint/2010/main" val="96885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Binding to Dynamic Values</a:t>
            </a:r>
            <a:endParaRPr/>
          </a:p>
        </p:txBody>
      </p:sp>
      <p:sp>
        <p:nvSpPr>
          <p:cNvPr id="98" name="Google Shape;98;p6"/>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600"/>
              </a:spcBef>
              <a:spcAft>
                <a:spcPts val="0"/>
              </a:spcAft>
              <a:buSzPts val="1400"/>
              <a:buNone/>
            </a:pPr>
            <a:r>
              <a:rPr lang="en"/>
              <a:t>For radio, checkbox and select options, the v-model binding values are usually static strings (or booleans for checkbox).</a:t>
            </a:r>
            <a:endParaRPr/>
          </a:p>
          <a:p>
            <a:pPr marL="0" marR="0" lvl="0" indent="0" algn="l" rtl="0">
              <a:lnSpc>
                <a:spcPct val="115000"/>
              </a:lnSpc>
              <a:spcBef>
                <a:spcPts val="600"/>
              </a:spcBef>
              <a:spcAft>
                <a:spcPts val="0"/>
              </a:spcAft>
              <a:buSzPts val="1400"/>
              <a:buNone/>
            </a:pPr>
            <a:endParaRPr/>
          </a:p>
          <a:p>
            <a:pPr marL="0" marR="0" lvl="0" indent="0" algn="l" rtl="0">
              <a:lnSpc>
                <a:spcPct val="115000"/>
              </a:lnSpc>
              <a:spcBef>
                <a:spcPts val="600"/>
              </a:spcBef>
              <a:spcAft>
                <a:spcPts val="0"/>
              </a:spcAft>
              <a:buSzPts val="1400"/>
              <a:buNone/>
            </a:pPr>
            <a:r>
              <a:rPr lang="en"/>
              <a:t>Sometimes we may want to bind the value to a dynamic value.</a:t>
            </a:r>
            <a:endParaRPr/>
          </a:p>
          <a:p>
            <a:pPr marL="0" marR="0" lvl="0" indent="0" algn="l" rtl="0">
              <a:lnSpc>
                <a:spcPct val="115000"/>
              </a:lnSpc>
              <a:spcBef>
                <a:spcPts val="600"/>
              </a:spcBef>
              <a:spcAft>
                <a:spcPts val="0"/>
              </a:spcAft>
              <a:buSzPts val="1400"/>
              <a:buNone/>
            </a:pPr>
            <a:endParaRPr/>
          </a:p>
          <a:p>
            <a:pPr marL="0" marR="0" lvl="0" indent="0" algn="l" rtl="0">
              <a:lnSpc>
                <a:spcPct val="115000"/>
              </a:lnSpc>
              <a:spcBef>
                <a:spcPts val="600"/>
              </a:spcBef>
              <a:spcAft>
                <a:spcPts val="0"/>
              </a:spcAft>
              <a:buSzPts val="1400"/>
              <a:buNone/>
            </a:pPr>
            <a:r>
              <a:rPr lang="en"/>
              <a:t>We can combine </a:t>
            </a:r>
            <a:r>
              <a:rPr lang="en">
                <a:solidFill>
                  <a:srgbClr val="3B9267"/>
                </a:solidFill>
              </a:rPr>
              <a:t>v-model</a:t>
            </a:r>
            <a:r>
              <a:rPr lang="en"/>
              <a:t> with </a:t>
            </a:r>
            <a:r>
              <a:rPr lang="en">
                <a:solidFill>
                  <a:srgbClr val="3B9267"/>
                </a:solidFill>
              </a:rPr>
              <a:t>v-bind</a:t>
            </a:r>
            <a:r>
              <a:rPr lang="en"/>
              <a:t> to achieve that:</a:t>
            </a:r>
            <a:endParaRPr/>
          </a:p>
          <a:p>
            <a:pPr marL="0" lvl="0" indent="0" algn="l" rtl="0">
              <a:lnSpc>
                <a:spcPct val="115000"/>
              </a:lnSpc>
              <a:spcBef>
                <a:spcPts val="600"/>
              </a:spcBef>
              <a:spcAft>
                <a:spcPts val="0"/>
              </a:spcAft>
              <a:buClr>
                <a:schemeClr val="dk1"/>
              </a:buClr>
              <a:buSzPts val="1100"/>
              <a:buFont typeface="Arial"/>
              <a:buNone/>
            </a:pPr>
            <a:endParaRPr/>
          </a:p>
          <a:p>
            <a:pPr marL="0" lvl="0" indent="0" algn="l" rtl="0">
              <a:lnSpc>
                <a:spcPct val="115000"/>
              </a:lnSpc>
              <a:spcBef>
                <a:spcPts val="600"/>
              </a:spcBef>
              <a:spcAft>
                <a:spcPts val="1600"/>
              </a:spcAft>
              <a:buSzPts val="1400"/>
              <a:buNone/>
            </a:pPr>
            <a:endParaRPr/>
          </a:p>
        </p:txBody>
      </p:sp>
      <p:sp>
        <p:nvSpPr>
          <p:cNvPr id="99" name="Google Shape;99;p6"/>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r>
              <a:rPr lang="en" i="1"/>
              <a:t>Example5.vue</a:t>
            </a:r>
            <a:endParaRPr i="1"/>
          </a:p>
        </p:txBody>
      </p:sp>
      <p:sp>
        <p:nvSpPr>
          <p:cNvPr id="3" name="TextBox 2">
            <a:extLst>
              <a:ext uri="{FF2B5EF4-FFF2-40B4-BE49-F238E27FC236}">
                <a16:creationId xmlns:a16="http://schemas.microsoft.com/office/drawing/2014/main" id="{DB7DF2F2-05AB-8793-7506-A829EDCC1039}"/>
              </a:ext>
            </a:extLst>
          </p:cNvPr>
          <p:cNvSpPr txBox="1"/>
          <p:nvPr/>
        </p:nvSpPr>
        <p:spPr>
          <a:xfrm>
            <a:off x="4479402" y="1764125"/>
            <a:ext cx="4525701" cy="2893100"/>
          </a:xfrm>
          <a:prstGeom prst="rect">
            <a:avLst/>
          </a:prstGeom>
          <a:noFill/>
          <a:ln>
            <a:solidFill>
              <a:schemeClr val="tx1"/>
            </a:solidFill>
          </a:ln>
        </p:spPr>
        <p:txBody>
          <a:bodyPr wrap="square" rtlCol="0">
            <a:spAutoFit/>
          </a:bodyPr>
          <a:lstStyle/>
          <a:p>
            <a:r>
              <a:rPr lang="en-SG">
                <a:latin typeface="Open Sans" panose="020B0606030504020204" pitchFamily="34" charset="0"/>
                <a:ea typeface="Open Sans" panose="020B0606030504020204" pitchFamily="34" charset="0"/>
                <a:cs typeface="Open Sans" panose="020B0606030504020204" pitchFamily="34" charset="0"/>
              </a:rPr>
              <a:t>&lt;script setup&gt;</a:t>
            </a:r>
          </a:p>
          <a:p>
            <a:r>
              <a:rPr lang="en-SG"/>
              <a:t>    import { ref } from '</a:t>
            </a:r>
            <a:r>
              <a:rPr lang="en-SG" err="1"/>
              <a:t>vue</a:t>
            </a:r>
            <a:r>
              <a:rPr lang="en-SG"/>
              <a:t>’</a:t>
            </a:r>
          </a:p>
          <a:p>
            <a:endParaRPr lang="en-SG"/>
          </a:p>
          <a:p>
            <a:r>
              <a:rPr lang="en-SG"/>
              <a:t>    </a:t>
            </a:r>
            <a:r>
              <a:rPr lang="en-SG" err="1"/>
              <a:t>const</a:t>
            </a:r>
            <a:r>
              <a:rPr lang="en-SG"/>
              <a:t> pick = ref('')</a:t>
            </a:r>
          </a:p>
          <a:p>
            <a:r>
              <a:rPr lang="en-SG"/>
              <a:t>    </a:t>
            </a:r>
            <a:r>
              <a:rPr lang="en-SG" err="1"/>
              <a:t>const</a:t>
            </a:r>
            <a:r>
              <a:rPr lang="en-SG"/>
              <a:t> a = ref('AAA')</a:t>
            </a:r>
          </a:p>
          <a:p>
            <a:r>
              <a:rPr lang="en-SG"/>
              <a:t>    </a:t>
            </a:r>
            <a:r>
              <a:rPr lang="en-SG" err="1"/>
              <a:t>const</a:t>
            </a:r>
            <a:r>
              <a:rPr lang="en-SG"/>
              <a:t> b = ref('BBB')</a:t>
            </a:r>
            <a:endParaRPr lang="en-SG">
              <a:latin typeface="Open Sans" panose="020B0606030504020204" pitchFamily="34" charset="0"/>
              <a:ea typeface="Open Sans" panose="020B0606030504020204" pitchFamily="34" charset="0"/>
              <a:cs typeface="Open Sans" panose="020B0606030504020204" pitchFamily="34" charset="0"/>
            </a:endParaRPr>
          </a:p>
          <a:p>
            <a:r>
              <a:rPr lang="en-SG">
                <a:latin typeface="Open Sans" panose="020B0606030504020204" pitchFamily="34" charset="0"/>
                <a:ea typeface="Open Sans" panose="020B0606030504020204" pitchFamily="34" charset="0"/>
                <a:cs typeface="Open Sans" panose="020B0606030504020204" pitchFamily="34" charset="0"/>
              </a:rPr>
              <a:t> &lt;/script&gt;</a:t>
            </a:r>
          </a:p>
          <a:p>
            <a:endParaRPr lang="en-SG">
              <a:latin typeface="Open Sans" panose="020B0606030504020204" pitchFamily="34" charset="0"/>
              <a:ea typeface="Open Sans" panose="020B0606030504020204" pitchFamily="34" charset="0"/>
              <a:cs typeface="Open Sans" panose="020B0606030504020204" pitchFamily="34" charset="0"/>
            </a:endParaRPr>
          </a:p>
          <a:p>
            <a:r>
              <a:rPr lang="en-SG">
                <a:latin typeface="Open Sans" panose="020B0606030504020204" pitchFamily="34" charset="0"/>
                <a:ea typeface="Open Sans" panose="020B0606030504020204" pitchFamily="34" charset="0"/>
                <a:cs typeface="Open Sans" panose="020B0606030504020204" pitchFamily="34" charset="0"/>
              </a:rPr>
              <a:t>&lt;template&gt;</a:t>
            </a:r>
          </a:p>
          <a:p>
            <a:r>
              <a:rPr lang="en-SG"/>
              <a:t>    &lt;input type="radio" v-model="pick" :value="a"&gt;A</a:t>
            </a:r>
          </a:p>
          <a:p>
            <a:r>
              <a:rPr lang="en-SG"/>
              <a:t>    &lt;input type="radio" v-model="pick" :value="b"&gt;B</a:t>
            </a:r>
          </a:p>
          <a:p>
            <a:r>
              <a:rPr lang="en-SG"/>
              <a:t>    &lt;p&gt; Picked: {{ pick }} &lt;/p&gt;</a:t>
            </a:r>
          </a:p>
          <a:p>
            <a:r>
              <a:rPr lang="en-SG">
                <a:latin typeface="Open Sans" panose="020B0606030504020204" pitchFamily="34" charset="0"/>
                <a:ea typeface="Open Sans" panose="020B0606030504020204" pitchFamily="34" charset="0"/>
                <a:cs typeface="Open Sans" panose="020B0606030504020204" pitchFamily="34" charset="0"/>
              </a:rPr>
              <a:t>&lt;/template&gt;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2223583A-1AC5-87AE-ABF5-8D8E2D45511B}"/>
            </a:ext>
          </a:extLst>
        </p:cNvPr>
        <p:cNvGrpSpPr/>
        <p:nvPr/>
      </p:nvGrpSpPr>
      <p:grpSpPr>
        <a:xfrm>
          <a:off x="0" y="0"/>
          <a:ext cx="0" cy="0"/>
          <a:chOff x="0" y="0"/>
          <a:chExt cx="0" cy="0"/>
        </a:xfrm>
      </p:grpSpPr>
      <p:sp>
        <p:nvSpPr>
          <p:cNvPr id="97" name="Google Shape;97;p6">
            <a:extLst>
              <a:ext uri="{FF2B5EF4-FFF2-40B4-BE49-F238E27FC236}">
                <a16:creationId xmlns:a16="http://schemas.microsoft.com/office/drawing/2014/main" id="{5A2C07B7-5F39-18F0-43ED-9996948DF929}"/>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Binding to Computed Property</a:t>
            </a:r>
            <a:endParaRPr/>
          </a:p>
        </p:txBody>
      </p:sp>
      <p:sp>
        <p:nvSpPr>
          <p:cNvPr id="98" name="Google Shape;98;p6">
            <a:extLst>
              <a:ext uri="{FF2B5EF4-FFF2-40B4-BE49-F238E27FC236}">
                <a16:creationId xmlns:a16="http://schemas.microsoft.com/office/drawing/2014/main" id="{38E51E3E-72D1-E6F5-ADD1-38BF73D53A80}"/>
              </a:ext>
            </a:extLst>
          </p:cNvPr>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600"/>
              </a:spcBef>
              <a:spcAft>
                <a:spcPts val="0"/>
              </a:spcAft>
              <a:buSzPts val="1400"/>
              <a:buNone/>
            </a:pPr>
            <a:r>
              <a:rPr lang="en-US"/>
              <a:t>We can also bind to a computed property</a:t>
            </a:r>
          </a:p>
          <a:p>
            <a:pPr marL="0" lvl="0" indent="0" algn="l" rtl="0">
              <a:lnSpc>
                <a:spcPct val="115000"/>
              </a:lnSpc>
              <a:spcBef>
                <a:spcPts val="600"/>
              </a:spcBef>
              <a:spcAft>
                <a:spcPts val="0"/>
              </a:spcAft>
              <a:buSzPts val="1400"/>
              <a:buNone/>
            </a:pPr>
            <a:endParaRPr lang="en-US"/>
          </a:p>
          <a:p>
            <a:pPr marL="0" lvl="0" indent="0" algn="l" rtl="0">
              <a:lnSpc>
                <a:spcPct val="115000"/>
              </a:lnSpc>
              <a:spcBef>
                <a:spcPts val="600"/>
              </a:spcBef>
              <a:spcAft>
                <a:spcPts val="0"/>
              </a:spcAft>
              <a:buClr>
                <a:schemeClr val="dk1"/>
              </a:buClr>
              <a:buSzPts val="1100"/>
              <a:buFont typeface="Arial"/>
              <a:buNone/>
            </a:pPr>
            <a:endParaRPr/>
          </a:p>
          <a:p>
            <a:pPr marL="0" lvl="0" indent="0" algn="l" rtl="0">
              <a:lnSpc>
                <a:spcPct val="115000"/>
              </a:lnSpc>
              <a:spcBef>
                <a:spcPts val="600"/>
              </a:spcBef>
              <a:spcAft>
                <a:spcPts val="1600"/>
              </a:spcAft>
              <a:buSzPts val="1400"/>
              <a:buNone/>
            </a:pPr>
            <a:endParaRPr/>
          </a:p>
        </p:txBody>
      </p:sp>
      <p:sp>
        <p:nvSpPr>
          <p:cNvPr id="99" name="Google Shape;99;p6">
            <a:extLst>
              <a:ext uri="{FF2B5EF4-FFF2-40B4-BE49-F238E27FC236}">
                <a16:creationId xmlns:a16="http://schemas.microsoft.com/office/drawing/2014/main" id="{6CD35441-01A3-B26C-93B4-508AE1770008}"/>
              </a:ext>
            </a:extLst>
          </p:cNvPr>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buNone/>
            </a:pPr>
            <a:r>
              <a:rPr lang="en" b="1"/>
              <a:t>Example: </a:t>
            </a:r>
            <a:r>
              <a:rPr lang="en" i="1"/>
              <a:t>Example6.vue</a:t>
            </a:r>
          </a:p>
          <a:p>
            <a:pPr marL="0" lvl="0" indent="0">
              <a:buNone/>
            </a:pPr>
            <a:endParaRPr b="1"/>
          </a:p>
          <a:p>
            <a:pPr marL="0" lvl="0" indent="0">
              <a:buNone/>
            </a:pPr>
            <a:r>
              <a:rPr lang="en-SG" err="1">
                <a:latin typeface="Open Sans" panose="020B0606030504020204" pitchFamily="34" charset="0"/>
                <a:ea typeface="Open Sans" panose="020B0606030504020204" pitchFamily="34" charset="0"/>
                <a:cs typeface="Open Sans" panose="020B0606030504020204" pitchFamily="34" charset="0"/>
              </a:rPr>
              <a:t>const</a:t>
            </a:r>
            <a:r>
              <a:rPr lang="en-SG">
                <a:latin typeface="Open Sans" panose="020B0606030504020204" pitchFamily="34" charset="0"/>
                <a:ea typeface="Open Sans" panose="020B0606030504020204" pitchFamily="34" charset="0"/>
                <a:cs typeface="Open Sans" panose="020B0606030504020204" pitchFamily="34" charset="0"/>
              </a:rPr>
              <a:t> </a:t>
            </a:r>
            <a:r>
              <a:rPr lang="en-SG" err="1">
                <a:latin typeface="Open Sans" panose="020B0606030504020204" pitchFamily="34" charset="0"/>
                <a:ea typeface="Open Sans" panose="020B0606030504020204" pitchFamily="34" charset="0"/>
                <a:cs typeface="Open Sans" panose="020B0606030504020204" pitchFamily="34" charset="0"/>
              </a:rPr>
              <a:t>isActive</a:t>
            </a:r>
            <a:r>
              <a:rPr lang="en-SG">
                <a:latin typeface="Open Sans" panose="020B0606030504020204" pitchFamily="34" charset="0"/>
                <a:ea typeface="Open Sans" panose="020B0606030504020204" pitchFamily="34" charset="0"/>
                <a:cs typeface="Open Sans" panose="020B0606030504020204" pitchFamily="34" charset="0"/>
              </a:rPr>
              <a:t> = ref(true)</a:t>
            </a:r>
          </a:p>
          <a:p>
            <a:pPr marL="0" lvl="0" indent="0">
              <a:buNone/>
            </a:pPr>
            <a:r>
              <a:rPr lang="en-SG" err="1">
                <a:latin typeface="Open Sans" panose="020B0606030504020204" pitchFamily="34" charset="0"/>
                <a:ea typeface="Open Sans" panose="020B0606030504020204" pitchFamily="34" charset="0"/>
                <a:cs typeface="Open Sans" panose="020B0606030504020204" pitchFamily="34" charset="0"/>
              </a:rPr>
              <a:t>const</a:t>
            </a:r>
            <a:r>
              <a:rPr lang="en-SG">
                <a:latin typeface="Open Sans" panose="020B0606030504020204" pitchFamily="34" charset="0"/>
                <a:ea typeface="Open Sans" panose="020B0606030504020204" pitchFamily="34" charset="0"/>
                <a:cs typeface="Open Sans" panose="020B0606030504020204" pitchFamily="34" charset="0"/>
              </a:rPr>
              <a:t> error = ref(null)</a:t>
            </a:r>
          </a:p>
          <a:p>
            <a:pPr marL="0" lvl="0" indent="0">
              <a:buNone/>
            </a:pPr>
            <a:r>
              <a:rPr lang="en-SG" err="1">
                <a:latin typeface="Open Sans" panose="020B0606030504020204" pitchFamily="34" charset="0"/>
                <a:ea typeface="Open Sans" panose="020B0606030504020204" pitchFamily="34" charset="0"/>
                <a:cs typeface="Open Sans" panose="020B0606030504020204" pitchFamily="34" charset="0"/>
              </a:rPr>
              <a:t>const</a:t>
            </a:r>
            <a:r>
              <a:rPr lang="en-SG">
                <a:latin typeface="Open Sans" panose="020B0606030504020204" pitchFamily="34" charset="0"/>
                <a:ea typeface="Open Sans" panose="020B0606030504020204" pitchFamily="34" charset="0"/>
                <a:cs typeface="Open Sans" panose="020B0606030504020204" pitchFamily="34" charset="0"/>
              </a:rPr>
              <a:t> </a:t>
            </a:r>
            <a:r>
              <a:rPr lang="en-SG" err="1">
                <a:latin typeface="Open Sans" panose="020B0606030504020204" pitchFamily="34" charset="0"/>
                <a:ea typeface="Open Sans" panose="020B0606030504020204" pitchFamily="34" charset="0"/>
                <a:cs typeface="Open Sans" panose="020B0606030504020204" pitchFamily="34" charset="0"/>
              </a:rPr>
              <a:t>classObject</a:t>
            </a:r>
            <a:r>
              <a:rPr lang="en-SG">
                <a:latin typeface="Open Sans" panose="020B0606030504020204" pitchFamily="34" charset="0"/>
                <a:ea typeface="Open Sans" panose="020B0606030504020204" pitchFamily="34" charset="0"/>
                <a:cs typeface="Open Sans" panose="020B0606030504020204" pitchFamily="34" charset="0"/>
              </a:rPr>
              <a:t> = computed(() =&gt; ({</a:t>
            </a:r>
          </a:p>
          <a:p>
            <a:pPr marL="0" lvl="0" indent="0">
              <a:buNone/>
            </a:pPr>
            <a:r>
              <a:rPr lang="en-SG">
                <a:latin typeface="Open Sans" panose="020B0606030504020204" pitchFamily="34" charset="0"/>
                <a:ea typeface="Open Sans" panose="020B0606030504020204" pitchFamily="34" charset="0"/>
                <a:cs typeface="Open Sans" panose="020B0606030504020204" pitchFamily="34" charset="0"/>
              </a:rPr>
              <a:t>     active: </a:t>
            </a:r>
            <a:r>
              <a:rPr lang="en-SG" err="1">
                <a:latin typeface="Open Sans" panose="020B0606030504020204" pitchFamily="34" charset="0"/>
                <a:ea typeface="Open Sans" panose="020B0606030504020204" pitchFamily="34" charset="0"/>
                <a:cs typeface="Open Sans" panose="020B0606030504020204" pitchFamily="34" charset="0"/>
              </a:rPr>
              <a:t>isActive.value</a:t>
            </a:r>
            <a:r>
              <a:rPr lang="en-SG">
                <a:latin typeface="Open Sans" panose="020B0606030504020204" pitchFamily="34" charset="0"/>
                <a:ea typeface="Open Sans" panose="020B0606030504020204" pitchFamily="34" charset="0"/>
                <a:cs typeface="Open Sans" panose="020B0606030504020204" pitchFamily="34" charset="0"/>
              </a:rPr>
              <a:t> &amp;&amp; !</a:t>
            </a:r>
            <a:r>
              <a:rPr lang="en-SG" err="1">
                <a:latin typeface="Open Sans" panose="020B0606030504020204" pitchFamily="34" charset="0"/>
                <a:ea typeface="Open Sans" panose="020B0606030504020204" pitchFamily="34" charset="0"/>
                <a:cs typeface="Open Sans" panose="020B0606030504020204" pitchFamily="34" charset="0"/>
              </a:rPr>
              <a:t>error.value</a:t>
            </a:r>
            <a:r>
              <a:rPr lang="en-SG">
                <a:latin typeface="Open Sans" panose="020B0606030504020204" pitchFamily="34" charset="0"/>
                <a:ea typeface="Open Sans" panose="020B0606030504020204" pitchFamily="34" charset="0"/>
                <a:cs typeface="Open Sans" panose="020B0606030504020204" pitchFamily="34" charset="0"/>
              </a:rPr>
              <a:t>,</a:t>
            </a:r>
          </a:p>
          <a:p>
            <a:pPr marL="0" lvl="0" indent="0">
              <a:buNone/>
            </a:pPr>
            <a:r>
              <a:rPr lang="en-SG">
                <a:latin typeface="Open Sans" panose="020B0606030504020204" pitchFamily="34" charset="0"/>
                <a:ea typeface="Open Sans" panose="020B0606030504020204" pitchFamily="34" charset="0"/>
                <a:cs typeface="Open Sans" panose="020B0606030504020204" pitchFamily="34" charset="0"/>
              </a:rPr>
              <a:t>     'text-danger': </a:t>
            </a:r>
            <a:r>
              <a:rPr lang="en-SG" err="1">
                <a:latin typeface="Open Sans" panose="020B0606030504020204" pitchFamily="34" charset="0"/>
                <a:ea typeface="Open Sans" panose="020B0606030504020204" pitchFamily="34" charset="0"/>
                <a:cs typeface="Open Sans" panose="020B0606030504020204" pitchFamily="34" charset="0"/>
              </a:rPr>
              <a:t>error.value</a:t>
            </a:r>
            <a:endParaRPr lang="en-SG">
              <a:latin typeface="Open Sans" panose="020B0606030504020204" pitchFamily="34" charset="0"/>
              <a:ea typeface="Open Sans" panose="020B0606030504020204" pitchFamily="34" charset="0"/>
              <a:cs typeface="Open Sans" panose="020B0606030504020204" pitchFamily="34" charset="0"/>
            </a:endParaRPr>
          </a:p>
          <a:p>
            <a:pPr marL="0" lvl="0" indent="0">
              <a:buNone/>
            </a:pPr>
            <a:r>
              <a:rPr lang="en-SG">
                <a:latin typeface="Open Sans" panose="020B0606030504020204" pitchFamily="34" charset="0"/>
                <a:ea typeface="Open Sans" panose="020B0606030504020204" pitchFamily="34" charset="0"/>
                <a:cs typeface="Open Sans" panose="020B0606030504020204" pitchFamily="34" charset="0"/>
              </a:rPr>
              <a:t>}))</a:t>
            </a:r>
          </a:p>
          <a:p>
            <a:pPr marL="0" lvl="0" indent="0">
              <a:buNone/>
            </a:pPr>
            <a:endParaRPr lang="en-SG">
              <a:latin typeface="Open Sans" panose="020B0606030504020204" pitchFamily="34" charset="0"/>
              <a:ea typeface="Open Sans" panose="020B0606030504020204" pitchFamily="34" charset="0"/>
              <a:cs typeface="Open Sans" panose="020B0606030504020204" pitchFamily="34" charset="0"/>
            </a:endParaRPr>
          </a:p>
          <a:p>
            <a:pPr marL="0" lvl="0" indent="0">
              <a:buNone/>
            </a:pPr>
            <a:r>
              <a:rPr lang="en-SG">
                <a:latin typeface="Open Sans" panose="020B0606030504020204" pitchFamily="34" charset="0"/>
                <a:ea typeface="Open Sans" panose="020B0606030504020204" pitchFamily="34" charset="0"/>
                <a:cs typeface="Open Sans" panose="020B0606030504020204" pitchFamily="34" charset="0"/>
              </a:rPr>
              <a:t>====</a:t>
            </a:r>
          </a:p>
          <a:p>
            <a:pPr marL="0" indent="0">
              <a:buNone/>
            </a:pPr>
            <a:endParaRPr lang="en-SG">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SG">
                <a:latin typeface="Open Sans" panose="020B0606030504020204" pitchFamily="34" charset="0"/>
                <a:ea typeface="Open Sans" panose="020B0606030504020204" pitchFamily="34" charset="0"/>
                <a:cs typeface="Open Sans" panose="020B0606030504020204" pitchFamily="34" charset="0"/>
              </a:rPr>
              <a:t>&lt;div :class="</a:t>
            </a:r>
            <a:r>
              <a:rPr lang="en-SG" err="1">
                <a:latin typeface="Open Sans" panose="020B0606030504020204" pitchFamily="34" charset="0"/>
                <a:ea typeface="Open Sans" panose="020B0606030504020204" pitchFamily="34" charset="0"/>
                <a:cs typeface="Open Sans" panose="020B0606030504020204" pitchFamily="34" charset="0"/>
              </a:rPr>
              <a:t>classObject</a:t>
            </a:r>
            <a:r>
              <a:rPr lang="en-SG">
                <a:latin typeface="Open Sans" panose="020B0606030504020204" pitchFamily="34" charset="0"/>
                <a:ea typeface="Open Sans" panose="020B0606030504020204" pitchFamily="34" charset="0"/>
                <a:cs typeface="Open Sans" panose="020B0606030504020204" pitchFamily="34" charset="0"/>
              </a:rPr>
              <a:t>"&gt;Example&lt;/div&gt;</a:t>
            </a:r>
            <a:endParaRPr lang="en">
              <a:latin typeface="Open Sans" panose="020B0606030504020204" pitchFamily="34" charset="0"/>
              <a:ea typeface="Open Sans" panose="020B0606030504020204" pitchFamily="34" charset="0"/>
              <a:cs typeface="Open Sans" panose="020B0606030504020204" pitchFamily="34" charset="0"/>
            </a:endParaRPr>
          </a:p>
        </p:txBody>
      </p:sp>
      <p:pic>
        <p:nvPicPr>
          <p:cNvPr id="3" name="Picture 2">
            <a:extLst>
              <a:ext uri="{FF2B5EF4-FFF2-40B4-BE49-F238E27FC236}">
                <a16:creationId xmlns:a16="http://schemas.microsoft.com/office/drawing/2014/main" id="{D185767E-5809-6C32-F3BE-E4676FC9AA67}"/>
              </a:ext>
            </a:extLst>
          </p:cNvPr>
          <p:cNvPicPr>
            <a:picLocks noChangeAspect="1"/>
          </p:cNvPicPr>
          <p:nvPr/>
        </p:nvPicPr>
        <p:blipFill>
          <a:blip r:embed="rId3"/>
          <a:stretch>
            <a:fillRect/>
          </a:stretch>
        </p:blipFill>
        <p:spPr>
          <a:xfrm>
            <a:off x="883321" y="3761423"/>
            <a:ext cx="3048425" cy="676369"/>
          </a:xfrm>
          <a:prstGeom prst="rect">
            <a:avLst/>
          </a:prstGeom>
        </p:spPr>
      </p:pic>
    </p:spTree>
    <p:extLst>
      <p:ext uri="{BB962C8B-B14F-4D97-AF65-F5344CB8AC3E}">
        <p14:creationId xmlns:p14="http://schemas.microsoft.com/office/powerpoint/2010/main" val="2705455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sz="3200"/>
              <a:t>v-model Modifiers</a:t>
            </a:r>
            <a:endParaRPr sz="3200"/>
          </a:p>
        </p:txBody>
      </p:sp>
      <p:sp>
        <p:nvSpPr>
          <p:cNvPr id="105" name="Google Shape;105;p7"/>
          <p:cNvSpPr txBox="1">
            <a:spLocks noGrp="1"/>
          </p:cNvSpPr>
          <p:nvPr>
            <p:ph type="body" idx="1"/>
          </p:nvPr>
        </p:nvSpPr>
        <p:spPr>
          <a:xfrm>
            <a:off x="311700" y="1225225"/>
            <a:ext cx="30102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SzPts val="1400"/>
              <a:buNone/>
            </a:pPr>
            <a:r>
              <a:rPr lang="en"/>
              <a:t>v-model can be associated with different modifiers which helps to pre-process the inputs.  </a:t>
            </a:r>
            <a:endParaRPr/>
          </a:p>
        </p:txBody>
      </p:sp>
      <p:sp>
        <p:nvSpPr>
          <p:cNvPr id="106" name="Google Shape;106;p7"/>
          <p:cNvSpPr txBox="1">
            <a:spLocks noGrp="1"/>
          </p:cNvSpPr>
          <p:nvPr>
            <p:ph type="body" idx="2"/>
          </p:nvPr>
        </p:nvSpPr>
        <p:spPr>
          <a:xfrm>
            <a:off x="3704550" y="1225225"/>
            <a:ext cx="5127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a:t>&lt;!-- user input to be automatically typecast as a Number --&gt;</a:t>
            </a:r>
            <a:endParaRPr/>
          </a:p>
          <a:p>
            <a:pPr marL="0" marR="0" lvl="0" indent="0" algn="l" rtl="0">
              <a:lnSpc>
                <a:spcPct val="115000"/>
              </a:lnSpc>
              <a:spcBef>
                <a:spcPts val="0"/>
              </a:spcBef>
              <a:spcAft>
                <a:spcPts val="0"/>
              </a:spcAft>
              <a:buSzPts val="1400"/>
              <a:buNone/>
            </a:pPr>
            <a:r>
              <a:rPr lang="en"/>
              <a:t>&lt;input v-model.number="age"&gt;</a:t>
            </a:r>
            <a:endParaRPr/>
          </a:p>
          <a:p>
            <a:pPr marL="0" marR="0" lvl="0" indent="0" algn="l" rtl="0">
              <a:lnSpc>
                <a:spcPct val="115000"/>
              </a:lnSpc>
              <a:spcBef>
                <a:spcPts val="0"/>
              </a:spcBef>
              <a:spcAft>
                <a:spcPts val="0"/>
              </a:spcAft>
              <a:buSzPts val="1400"/>
              <a:buNone/>
            </a:pPr>
            <a:endParaRPr lang="en-SG"/>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a:t>&lt;!-- whitespace from user input to be trimmed --&gt;</a:t>
            </a:r>
            <a:endParaRPr/>
          </a:p>
          <a:p>
            <a:pPr marL="0" marR="0" lvl="0" indent="0" algn="l" rtl="0">
              <a:lnSpc>
                <a:spcPct val="115000"/>
              </a:lnSpc>
              <a:spcBef>
                <a:spcPts val="0"/>
              </a:spcBef>
              <a:spcAft>
                <a:spcPts val="0"/>
              </a:spcAft>
              <a:buSzPts val="1400"/>
              <a:buNone/>
            </a:pPr>
            <a:r>
              <a:rPr lang="en"/>
              <a:t>&lt;input v-model.trim="msg"&gt;</a:t>
            </a:r>
            <a:endParaRPr sz="1000">
              <a:solidFill>
                <a:srgbClr val="2973B7"/>
              </a:solidFill>
              <a:highlight>
                <a:srgbClr val="F8F8F8"/>
              </a:highlight>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v-model vs v-bind</a:t>
            </a:r>
            <a:endParaRPr/>
          </a:p>
        </p:txBody>
      </p:sp>
      <p:sp>
        <p:nvSpPr>
          <p:cNvPr id="112" name="Google Shape;112;p8"/>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v-bind</a:t>
            </a:r>
            <a:endParaRPr b="1"/>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a:t>v-bind is used mainly for binding HTML attributes, e.g., src, class, style, and value.</a:t>
            </a: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b="1"/>
              <a:t>Example </a:t>
            </a:r>
            <a:endParaRPr/>
          </a:p>
          <a:p>
            <a:pPr marL="0" lvl="0" indent="0" algn="l" rtl="0">
              <a:lnSpc>
                <a:spcPct val="115000"/>
              </a:lnSpc>
              <a:spcBef>
                <a:spcPts val="0"/>
              </a:spcBef>
              <a:spcAft>
                <a:spcPts val="0"/>
              </a:spcAft>
              <a:buSzPts val="1400"/>
              <a:buNone/>
            </a:pPr>
            <a:endParaRPr/>
          </a:p>
          <a:p>
            <a:pPr marL="0" lvl="0" indent="0" algn="l" rtl="0">
              <a:lnSpc>
                <a:spcPct val="115000"/>
              </a:lnSpc>
              <a:spcBef>
                <a:spcPts val="0"/>
              </a:spcBef>
              <a:spcAft>
                <a:spcPts val="0"/>
              </a:spcAft>
              <a:buSzPts val="1400"/>
              <a:buNone/>
            </a:pPr>
            <a:r>
              <a:rPr lang="en" i="1"/>
              <a:t>&lt;a v-bind:href="url"&gt; ... &lt;/a&gt;</a:t>
            </a:r>
            <a:endParaRPr i="1"/>
          </a:p>
          <a:p>
            <a:pPr marL="0" lvl="0" indent="0" algn="l" rtl="0">
              <a:lnSpc>
                <a:spcPct val="115000"/>
              </a:lnSpc>
              <a:spcBef>
                <a:spcPts val="0"/>
              </a:spcBef>
              <a:spcAft>
                <a:spcPts val="0"/>
              </a:spcAft>
              <a:buSzPts val="1400"/>
              <a:buNone/>
            </a:pPr>
            <a:endParaRPr/>
          </a:p>
          <a:p>
            <a:pPr marL="0" lvl="0" indent="0" algn="l" rtl="0">
              <a:lnSpc>
                <a:spcPct val="115000"/>
              </a:lnSpc>
              <a:spcBef>
                <a:spcPts val="0"/>
              </a:spcBef>
              <a:spcAft>
                <a:spcPts val="0"/>
              </a:spcAft>
              <a:buClr>
                <a:schemeClr val="dk1"/>
              </a:buClr>
              <a:buSzPts val="1100"/>
              <a:buFont typeface="Arial"/>
              <a:buNone/>
            </a:pPr>
            <a:endParaRPr/>
          </a:p>
        </p:txBody>
      </p:sp>
      <p:sp>
        <p:nvSpPr>
          <p:cNvPr id="113" name="Google Shape;113;p8"/>
          <p:cNvSpPr txBox="1">
            <a:spLocks noGrp="1"/>
          </p:cNvSpPr>
          <p:nvPr>
            <p:ph type="body" idx="2"/>
          </p:nvPr>
        </p:nvSpPr>
        <p:spPr>
          <a:xfrm>
            <a:off x="4500575" y="1225225"/>
            <a:ext cx="43317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v-model</a:t>
            </a:r>
            <a:endParaRPr b="1"/>
          </a:p>
          <a:p>
            <a:pPr marL="0" lvl="0" indent="0" algn="l" rtl="0">
              <a:lnSpc>
                <a:spcPct val="115000"/>
              </a:lnSpc>
              <a:spcBef>
                <a:spcPts val="1600"/>
              </a:spcBef>
              <a:spcAft>
                <a:spcPts val="0"/>
              </a:spcAft>
              <a:buSzPts val="1400"/>
              <a:buNone/>
            </a:pPr>
            <a:r>
              <a:rPr lang="en"/>
              <a:t>v-model is used mainly for input and form binding; use it when dealing with various input types. It is a two-way binding for form inputs.</a:t>
            </a:r>
            <a:endParaRPr/>
          </a:p>
          <a:p>
            <a:pPr marL="0" lvl="0" indent="0" algn="l" rtl="0">
              <a:lnSpc>
                <a:spcPct val="115000"/>
              </a:lnSpc>
              <a:spcBef>
                <a:spcPts val="1600"/>
              </a:spcBef>
              <a:spcAft>
                <a:spcPts val="0"/>
              </a:spcAft>
              <a:buSzPts val="1400"/>
              <a:buNone/>
            </a:pPr>
            <a:r>
              <a:rPr lang="en" b="1"/>
              <a:t>Example</a:t>
            </a:r>
            <a:endParaRPr b="1"/>
          </a:p>
          <a:p>
            <a:pPr marL="0" marR="0" lvl="0" indent="0" algn="l" rtl="0">
              <a:lnSpc>
                <a:spcPct val="115000"/>
              </a:lnSpc>
              <a:spcBef>
                <a:spcPts val="1600"/>
              </a:spcBef>
              <a:spcAft>
                <a:spcPts val="0"/>
              </a:spcAft>
              <a:buSzPts val="1400"/>
              <a:buNone/>
            </a:pPr>
            <a:r>
              <a:rPr lang="en"/>
              <a:t>&lt;input v-model="something"&gt;</a:t>
            </a: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a:t>// is the same as</a:t>
            </a: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a:t>&lt;input v-bind:value="something"</a:t>
            </a:r>
            <a:endParaRPr/>
          </a:p>
          <a:p>
            <a:pPr marL="0" marR="0" lvl="0" indent="0" algn="l" rtl="0">
              <a:lnSpc>
                <a:spcPct val="115000"/>
              </a:lnSpc>
              <a:spcBef>
                <a:spcPts val="0"/>
              </a:spcBef>
              <a:spcAft>
                <a:spcPts val="0"/>
              </a:spcAft>
              <a:buSzPts val="1400"/>
              <a:buNone/>
            </a:pPr>
            <a:r>
              <a:rPr lang="en"/>
              <a:t>  v-on:input="something = event.target.value" &gt;</a:t>
            </a:r>
            <a:endParaRPr/>
          </a:p>
          <a:p>
            <a:pPr marL="0" marR="0" lvl="0" indent="0" algn="l" rtl="0">
              <a:lnSpc>
                <a:spcPct val="115000"/>
              </a:lnSpc>
              <a:spcBef>
                <a:spcPts val="0"/>
              </a:spcBef>
              <a:spcAft>
                <a:spcPts val="1600"/>
              </a:spcAft>
              <a:buSzPts val="1400"/>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3</a:t>
            </a:r>
            <a:endParaRPr/>
          </a:p>
        </p:txBody>
      </p:sp>
      <p:sp>
        <p:nvSpPr>
          <p:cNvPr id="125" name="Google Shape;125;p10"/>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buNone/>
            </a:pPr>
            <a:r>
              <a:rPr lang="en"/>
              <a:t>Given Ex3.vue, </a:t>
            </a:r>
            <a:r>
              <a:rPr lang="en-US"/>
              <a:t>complete the TODO so that it </a:t>
            </a:r>
            <a:r>
              <a:rPr lang="en"/>
              <a:t>produces a web page that accepts three inputs: x and an operator (+ - * / or %) and y, and display the result accordingly.</a:t>
            </a: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a:t>Hint: Use computed property.</a:t>
            </a:r>
            <a:endParaRPr/>
          </a:p>
        </p:txBody>
      </p:sp>
      <p:pic>
        <p:nvPicPr>
          <p:cNvPr id="3" name="Picture 2" descr="A white rectangular object with a blue square and a blue square with a blue check mark&#10;&#10;Description automatically generated">
            <a:extLst>
              <a:ext uri="{FF2B5EF4-FFF2-40B4-BE49-F238E27FC236}">
                <a16:creationId xmlns:a16="http://schemas.microsoft.com/office/drawing/2014/main" id="{B767ECD1-8A60-8149-424E-545542E93EF2}"/>
              </a:ext>
            </a:extLst>
          </p:cNvPr>
          <p:cNvPicPr>
            <a:picLocks noChangeAspect="1"/>
          </p:cNvPicPr>
          <p:nvPr/>
        </p:nvPicPr>
        <p:blipFill>
          <a:blip r:embed="rId3"/>
          <a:stretch>
            <a:fillRect/>
          </a:stretch>
        </p:blipFill>
        <p:spPr>
          <a:xfrm>
            <a:off x="5615826" y="2660743"/>
            <a:ext cx="1799128" cy="1554718"/>
          </a:xfrm>
          <a:prstGeom prst="rect">
            <a:avLst/>
          </a:prstGeom>
        </p:spPr>
      </p:pic>
      <p:pic>
        <p:nvPicPr>
          <p:cNvPr id="5" name="Picture 4" descr="A screenshot of a math test&#10;&#10;Description automatically generated">
            <a:extLst>
              <a:ext uri="{FF2B5EF4-FFF2-40B4-BE49-F238E27FC236}">
                <a16:creationId xmlns:a16="http://schemas.microsoft.com/office/drawing/2014/main" id="{E58E6D87-8723-C249-BF98-BAAA300E4EC6}"/>
              </a:ext>
            </a:extLst>
          </p:cNvPr>
          <p:cNvPicPr>
            <a:picLocks noChangeAspect="1"/>
          </p:cNvPicPr>
          <p:nvPr/>
        </p:nvPicPr>
        <p:blipFill>
          <a:blip r:embed="rId4"/>
          <a:stretch>
            <a:fillRect/>
          </a:stretch>
        </p:blipFill>
        <p:spPr>
          <a:xfrm>
            <a:off x="5615826" y="1255908"/>
            <a:ext cx="1631378" cy="122684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List Rendering with v-for (1)</a:t>
            </a:r>
            <a:endParaRPr/>
          </a:p>
        </p:txBody>
      </p:sp>
      <p:sp>
        <p:nvSpPr>
          <p:cNvPr id="133" name="Google Shape;133;p11"/>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Use v-for directive to render a list of items based on an array.</a:t>
            </a: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a:t>The v-for directive supports a special syntax in the form of “item in items” (or “item of items”), where items is the source data array and item is an alias for the array element being iterated on.</a:t>
            </a: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a:t>v-for also supports an optional second argument for the index of the current item.</a:t>
            </a: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endParaRPr/>
          </a:p>
        </p:txBody>
      </p:sp>
      <p:sp>
        <p:nvSpPr>
          <p:cNvPr id="134" name="Google Shape;134;p11"/>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r>
              <a:rPr lang="en" i="1"/>
              <a:t>Example7.vue</a:t>
            </a:r>
          </a:p>
          <a:p>
            <a:pPr marL="0" lvl="0" indent="0" algn="l" rtl="0">
              <a:lnSpc>
                <a:spcPct val="115000"/>
              </a:lnSpc>
              <a:spcBef>
                <a:spcPts val="0"/>
              </a:spcBef>
              <a:spcAft>
                <a:spcPts val="0"/>
              </a:spcAft>
              <a:buSzPts val="1400"/>
              <a:buNone/>
            </a:pPr>
            <a:endParaRPr lang="en" i="1"/>
          </a:p>
          <a:p>
            <a:pPr marL="0" indent="0">
              <a:buNone/>
            </a:pPr>
            <a:r>
              <a:rPr lang="en-SG" err="1">
                <a:latin typeface="Open Sans" panose="020B0606030504020204" pitchFamily="34" charset="0"/>
                <a:ea typeface="Open Sans" panose="020B0606030504020204" pitchFamily="34" charset="0"/>
                <a:cs typeface="Open Sans" panose="020B0606030504020204" pitchFamily="34" charset="0"/>
              </a:rPr>
              <a:t>const</a:t>
            </a:r>
            <a:r>
              <a:rPr lang="en-SG">
                <a:latin typeface="Open Sans" panose="020B0606030504020204" pitchFamily="34" charset="0"/>
                <a:ea typeface="Open Sans" panose="020B0606030504020204" pitchFamily="34" charset="0"/>
                <a:cs typeface="Open Sans" panose="020B0606030504020204" pitchFamily="34" charset="0"/>
              </a:rPr>
              <a:t> items1 = ref(['a', 'b', 'c' ])</a:t>
            </a:r>
          </a:p>
          <a:p>
            <a:pPr marL="0" lvl="0" indent="0" algn="l" rtl="0">
              <a:lnSpc>
                <a:spcPct val="115000"/>
              </a:lnSpc>
              <a:spcBef>
                <a:spcPts val="0"/>
              </a:spcBef>
              <a:spcAft>
                <a:spcPts val="0"/>
              </a:spcAft>
              <a:buSzPts val="1400"/>
              <a:buNone/>
            </a:pPr>
            <a:endParaRPr lang="en-SG" i="1"/>
          </a:p>
          <a:p>
            <a:pPr marL="0" lvl="0" indent="0" algn="l" rtl="0">
              <a:lnSpc>
                <a:spcPct val="115000"/>
              </a:lnSpc>
              <a:spcBef>
                <a:spcPts val="0"/>
              </a:spcBef>
              <a:spcAft>
                <a:spcPts val="0"/>
              </a:spcAft>
              <a:buSzPts val="1400"/>
              <a:buNone/>
            </a:pPr>
            <a:r>
              <a:rPr lang="en-SG" i="1"/>
              <a:t>====</a:t>
            </a:r>
          </a:p>
          <a:p>
            <a:pPr marL="0" lvl="0" indent="0" algn="l" rtl="0">
              <a:lnSpc>
                <a:spcPct val="115000"/>
              </a:lnSpc>
              <a:spcBef>
                <a:spcPts val="0"/>
              </a:spcBef>
              <a:spcAft>
                <a:spcPts val="0"/>
              </a:spcAft>
              <a:buSzPts val="1400"/>
              <a:buNone/>
            </a:pPr>
            <a:endParaRPr lang="en-SG" i="1"/>
          </a:p>
          <a:p>
            <a:pPr marL="0" lvl="0" indent="0" algn="l" rtl="0">
              <a:lnSpc>
                <a:spcPct val="115000"/>
              </a:lnSpc>
              <a:spcBef>
                <a:spcPts val="0"/>
              </a:spcBef>
              <a:spcAft>
                <a:spcPts val="0"/>
              </a:spcAft>
              <a:buSzPts val="1400"/>
              <a:buNone/>
            </a:pPr>
            <a:r>
              <a:rPr lang="en-SG">
                <a:latin typeface="Open Sans" panose="020B0606030504020204" pitchFamily="34" charset="0"/>
                <a:ea typeface="Open Sans" panose="020B0606030504020204" pitchFamily="34" charset="0"/>
                <a:cs typeface="Open Sans" panose="020B0606030504020204" pitchFamily="34" charset="0"/>
              </a:rPr>
              <a:t>&lt;ul id="demo1"&gt; </a:t>
            </a:r>
          </a:p>
          <a:p>
            <a:pPr marL="0" lvl="0" indent="0" algn="l" rtl="0">
              <a:lnSpc>
                <a:spcPct val="115000"/>
              </a:lnSpc>
              <a:spcBef>
                <a:spcPts val="0"/>
              </a:spcBef>
              <a:spcAft>
                <a:spcPts val="0"/>
              </a:spcAft>
              <a:buSzPts val="1400"/>
              <a:buNone/>
            </a:pPr>
            <a:r>
              <a:rPr lang="en-SG">
                <a:latin typeface="Open Sans" panose="020B0606030504020204" pitchFamily="34" charset="0"/>
                <a:ea typeface="Open Sans" panose="020B0606030504020204" pitchFamily="34" charset="0"/>
                <a:cs typeface="Open Sans" panose="020B0606030504020204" pitchFamily="34" charset="0"/>
              </a:rPr>
              <a:t>        &lt;li v-for="(item, </a:t>
            </a:r>
            <a:r>
              <a:rPr lang="en-SG" err="1">
                <a:latin typeface="Open Sans" panose="020B0606030504020204" pitchFamily="34" charset="0"/>
                <a:ea typeface="Open Sans" panose="020B0606030504020204" pitchFamily="34" charset="0"/>
                <a:cs typeface="Open Sans" panose="020B0606030504020204" pitchFamily="34" charset="0"/>
              </a:rPr>
              <a:t>idx</a:t>
            </a:r>
            <a:r>
              <a:rPr lang="en-SG">
                <a:latin typeface="Open Sans" panose="020B0606030504020204" pitchFamily="34" charset="0"/>
                <a:ea typeface="Open Sans" panose="020B0606030504020204" pitchFamily="34" charset="0"/>
                <a:cs typeface="Open Sans" panose="020B0606030504020204" pitchFamily="34" charset="0"/>
              </a:rPr>
              <a:t>) in items1"&gt; </a:t>
            </a:r>
          </a:p>
          <a:p>
            <a:pPr marL="0" lvl="0" indent="0" algn="l" rtl="0">
              <a:lnSpc>
                <a:spcPct val="115000"/>
              </a:lnSpc>
              <a:spcBef>
                <a:spcPts val="0"/>
              </a:spcBef>
              <a:spcAft>
                <a:spcPts val="0"/>
              </a:spcAft>
              <a:buSzPts val="1400"/>
              <a:buNone/>
            </a:pPr>
            <a:r>
              <a:rPr lang="en-SG">
                <a:latin typeface="Open Sans" panose="020B0606030504020204" pitchFamily="34" charset="0"/>
                <a:ea typeface="Open Sans" panose="020B0606030504020204" pitchFamily="34" charset="0"/>
                <a:cs typeface="Open Sans" panose="020B0606030504020204" pitchFamily="34" charset="0"/>
              </a:rPr>
              <a:t>                {{ </a:t>
            </a:r>
            <a:r>
              <a:rPr lang="en-SG" err="1">
                <a:latin typeface="Open Sans" panose="020B0606030504020204" pitchFamily="34" charset="0"/>
                <a:ea typeface="Open Sans" panose="020B0606030504020204" pitchFamily="34" charset="0"/>
                <a:cs typeface="Open Sans" panose="020B0606030504020204" pitchFamily="34" charset="0"/>
              </a:rPr>
              <a:t>idx</a:t>
            </a:r>
            <a:r>
              <a:rPr lang="en-SG">
                <a:latin typeface="Open Sans" panose="020B0606030504020204" pitchFamily="34" charset="0"/>
                <a:ea typeface="Open Sans" panose="020B0606030504020204" pitchFamily="34" charset="0"/>
                <a:cs typeface="Open Sans" panose="020B0606030504020204" pitchFamily="34" charset="0"/>
              </a:rPr>
              <a:t> }} - {{ item }} </a:t>
            </a:r>
          </a:p>
          <a:p>
            <a:pPr marL="0" lvl="0" indent="0" algn="l" rtl="0">
              <a:lnSpc>
                <a:spcPct val="115000"/>
              </a:lnSpc>
              <a:spcBef>
                <a:spcPts val="0"/>
              </a:spcBef>
              <a:spcAft>
                <a:spcPts val="0"/>
              </a:spcAft>
              <a:buSzPts val="1400"/>
              <a:buNone/>
            </a:pPr>
            <a:r>
              <a:rPr lang="en-SG">
                <a:latin typeface="Open Sans" panose="020B0606030504020204" pitchFamily="34" charset="0"/>
                <a:ea typeface="Open Sans" panose="020B0606030504020204" pitchFamily="34" charset="0"/>
                <a:cs typeface="Open Sans" panose="020B0606030504020204" pitchFamily="34" charset="0"/>
              </a:rPr>
              <a:t>        &lt;/li&gt; </a:t>
            </a:r>
          </a:p>
          <a:p>
            <a:pPr marL="0" lvl="0" indent="0" algn="l" rtl="0">
              <a:lnSpc>
                <a:spcPct val="115000"/>
              </a:lnSpc>
              <a:spcBef>
                <a:spcPts val="0"/>
              </a:spcBef>
              <a:spcAft>
                <a:spcPts val="0"/>
              </a:spcAft>
              <a:buSzPts val="1400"/>
              <a:buNone/>
            </a:pPr>
            <a:r>
              <a:rPr lang="en-SG">
                <a:latin typeface="Open Sans" panose="020B0606030504020204" pitchFamily="34" charset="0"/>
                <a:ea typeface="Open Sans" panose="020B0606030504020204" pitchFamily="34" charset="0"/>
                <a:cs typeface="Open Sans" panose="020B0606030504020204" pitchFamily="34" charset="0"/>
              </a:rPr>
              <a:t>&lt;/ul&gt; </a:t>
            </a:r>
            <a:endParaRPr>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lvl="0"/>
            <a:r>
              <a:rPr lang="en"/>
              <a:t>List Rendering with v-for (2)</a:t>
            </a:r>
            <a:endParaRPr/>
          </a:p>
        </p:txBody>
      </p:sp>
      <p:sp>
        <p:nvSpPr>
          <p:cNvPr id="140" name="Google Shape;140;p12"/>
          <p:cNvSpPr txBox="1">
            <a:spLocks noGrp="1"/>
          </p:cNvSpPr>
          <p:nvPr>
            <p:ph type="body" idx="1"/>
          </p:nvPr>
        </p:nvSpPr>
        <p:spPr>
          <a:xfrm>
            <a:off x="311700" y="1225225"/>
            <a:ext cx="3999900" cy="300741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a:t>v-for can also take an integer, in which case it will repeat the template that many times.</a:t>
            </a:r>
            <a:endParaRPr/>
          </a:p>
          <a:p>
            <a:pPr marL="0" marR="0" lvl="0" indent="0" algn="l" rtl="0">
              <a:lnSpc>
                <a:spcPct val="115000"/>
              </a:lnSpc>
              <a:spcBef>
                <a:spcPts val="0"/>
              </a:spcBef>
              <a:spcAft>
                <a:spcPts val="0"/>
              </a:spcAft>
              <a:buClr>
                <a:schemeClr val="dk1"/>
              </a:buClr>
              <a:buSzPts val="1100"/>
              <a:buFont typeface="Arial"/>
              <a:buNone/>
            </a:pPr>
            <a:endParaRPr/>
          </a:p>
          <a:p>
            <a:pPr marL="0" marR="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endParaRPr b="1"/>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endParaRPr/>
          </a:p>
        </p:txBody>
      </p:sp>
      <p:sp>
        <p:nvSpPr>
          <p:cNvPr id="141" name="Google Shape;141;p12"/>
          <p:cNvSpPr txBox="1">
            <a:spLocks noGrp="1"/>
          </p:cNvSpPr>
          <p:nvPr>
            <p:ph type="body" idx="2"/>
          </p:nvPr>
        </p:nvSpPr>
        <p:spPr>
          <a:xfrm>
            <a:off x="4832400" y="1225224"/>
            <a:ext cx="3999900" cy="2837725"/>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 </a:t>
            </a:r>
            <a:r>
              <a:rPr lang="en-SG" i="1"/>
              <a:t>Example8.vue</a:t>
            </a:r>
          </a:p>
          <a:p>
            <a:pPr marL="0" marR="0" lvl="0" indent="0" algn="l" rtl="0">
              <a:lnSpc>
                <a:spcPct val="115000"/>
              </a:lnSpc>
              <a:spcBef>
                <a:spcPts val="0"/>
              </a:spcBef>
              <a:spcAft>
                <a:spcPts val="0"/>
              </a:spcAft>
              <a:buSzPts val="1400"/>
              <a:buNone/>
            </a:pPr>
            <a:endParaRPr lang="en-SG" i="1"/>
          </a:p>
          <a:p>
            <a:pPr marL="0" indent="0">
              <a:buNone/>
            </a:pPr>
            <a:r>
              <a:rPr lang="en-SG" err="1"/>
              <a:t>const</a:t>
            </a:r>
            <a:r>
              <a:rPr lang="en-SG"/>
              <a:t> range = ref(10)</a:t>
            </a:r>
          </a:p>
          <a:p>
            <a:pPr marL="0" marR="0" lvl="0" indent="0" algn="l" rtl="0">
              <a:lnSpc>
                <a:spcPct val="115000"/>
              </a:lnSpc>
              <a:spcBef>
                <a:spcPts val="0"/>
              </a:spcBef>
              <a:spcAft>
                <a:spcPts val="0"/>
              </a:spcAft>
              <a:buSzPts val="1400"/>
              <a:buNone/>
            </a:pPr>
            <a:endParaRPr lang="en-SG" i="1"/>
          </a:p>
          <a:p>
            <a:pPr marL="0" marR="0" lvl="0" indent="0" algn="l" rtl="0">
              <a:lnSpc>
                <a:spcPct val="115000"/>
              </a:lnSpc>
              <a:spcBef>
                <a:spcPts val="0"/>
              </a:spcBef>
              <a:spcAft>
                <a:spcPts val="0"/>
              </a:spcAft>
              <a:buSzPts val="1400"/>
              <a:buNone/>
            </a:pPr>
            <a:r>
              <a:rPr lang="en-SG" i="1"/>
              <a:t>====</a:t>
            </a:r>
          </a:p>
          <a:p>
            <a:pPr marL="0" marR="0" lvl="0" indent="0" algn="l" rtl="0">
              <a:lnSpc>
                <a:spcPct val="115000"/>
              </a:lnSpc>
              <a:spcBef>
                <a:spcPts val="0"/>
              </a:spcBef>
              <a:spcAft>
                <a:spcPts val="0"/>
              </a:spcAft>
              <a:buSzPts val="1400"/>
              <a:buNone/>
            </a:pPr>
            <a:endParaRPr lang="en-SG" i="1"/>
          </a:p>
          <a:p>
            <a:pPr marL="0" marR="0" lvl="0" indent="0" algn="l" rtl="0">
              <a:lnSpc>
                <a:spcPct val="115000"/>
              </a:lnSpc>
              <a:spcBef>
                <a:spcPts val="0"/>
              </a:spcBef>
              <a:spcAft>
                <a:spcPts val="0"/>
              </a:spcAft>
              <a:buSzPts val="1400"/>
              <a:buNone/>
            </a:pPr>
            <a:r>
              <a:rPr lang="en-US" i="1"/>
              <a:t> </a:t>
            </a:r>
            <a:r>
              <a:rPr lang="en-US">
                <a:latin typeface="Open Sans" panose="020B0606030504020204" pitchFamily="34" charset="0"/>
                <a:ea typeface="Open Sans" panose="020B0606030504020204" pitchFamily="34" charset="0"/>
                <a:cs typeface="Open Sans" panose="020B0606030504020204" pitchFamily="34" charset="0"/>
              </a:rPr>
              <a:t>&lt;div id="demo1"&gt;</a:t>
            </a:r>
          </a:p>
          <a:p>
            <a:pPr marL="0" marR="0" lvl="0" indent="0" algn="l" rtl="0">
              <a:lnSpc>
                <a:spcPct val="115000"/>
              </a:lnSpc>
              <a:spcBef>
                <a:spcPts val="0"/>
              </a:spcBef>
              <a:spcAft>
                <a:spcPts val="0"/>
              </a:spcAft>
              <a:buSzPts val="1400"/>
              <a:buNone/>
            </a:pPr>
            <a:r>
              <a:rPr lang="en-US">
                <a:latin typeface="Open Sans" panose="020B0606030504020204" pitchFamily="34" charset="0"/>
                <a:ea typeface="Open Sans" panose="020B0606030504020204" pitchFamily="34" charset="0"/>
                <a:cs typeface="Open Sans" panose="020B0606030504020204" pitchFamily="34" charset="0"/>
              </a:rPr>
              <a:t>    &lt;span v-for="n in range"&gt; </a:t>
            </a:r>
          </a:p>
          <a:p>
            <a:pPr marL="0" marR="0" lvl="0" indent="0" algn="l" rtl="0">
              <a:lnSpc>
                <a:spcPct val="115000"/>
              </a:lnSpc>
              <a:spcBef>
                <a:spcPts val="0"/>
              </a:spcBef>
              <a:spcAft>
                <a:spcPts val="0"/>
              </a:spcAft>
              <a:buSzPts val="1400"/>
              <a:buNone/>
            </a:pPr>
            <a:r>
              <a:rPr lang="en-US">
                <a:latin typeface="Open Sans" panose="020B0606030504020204" pitchFamily="34" charset="0"/>
                <a:ea typeface="Open Sans" panose="020B0606030504020204" pitchFamily="34" charset="0"/>
                <a:cs typeface="Open Sans" panose="020B0606030504020204" pitchFamily="34" charset="0"/>
              </a:rPr>
              <a:t>              {{ n }} &amp;</a:t>
            </a:r>
            <a:r>
              <a:rPr lang="en-US" err="1">
                <a:latin typeface="Open Sans" panose="020B0606030504020204" pitchFamily="34" charset="0"/>
                <a:ea typeface="Open Sans" panose="020B0606030504020204" pitchFamily="34" charset="0"/>
                <a:cs typeface="Open Sans" panose="020B0606030504020204" pitchFamily="34" charset="0"/>
              </a:rPr>
              <a:t>nbsp</a:t>
            </a:r>
            <a:r>
              <a:rPr lang="en-US">
                <a:latin typeface="Open Sans" panose="020B0606030504020204" pitchFamily="34" charset="0"/>
                <a:ea typeface="Open Sans" panose="020B0606030504020204" pitchFamily="34" charset="0"/>
                <a:cs typeface="Open Sans" panose="020B0606030504020204" pitchFamily="34" charset="0"/>
              </a:rPr>
              <a:t>; </a:t>
            </a:r>
          </a:p>
          <a:p>
            <a:pPr marL="0" marR="0" lvl="0" indent="0" algn="l" rtl="0">
              <a:lnSpc>
                <a:spcPct val="115000"/>
              </a:lnSpc>
              <a:spcBef>
                <a:spcPts val="0"/>
              </a:spcBef>
              <a:spcAft>
                <a:spcPts val="0"/>
              </a:spcAft>
              <a:buSzPts val="1400"/>
              <a:buNone/>
            </a:pPr>
            <a:r>
              <a:rPr lang="en-US">
                <a:latin typeface="Open Sans" panose="020B0606030504020204" pitchFamily="34" charset="0"/>
                <a:ea typeface="Open Sans" panose="020B0606030504020204" pitchFamily="34" charset="0"/>
                <a:cs typeface="Open Sans" panose="020B0606030504020204" pitchFamily="34" charset="0"/>
              </a:rPr>
              <a:t>    &lt;/span&gt;</a:t>
            </a:r>
          </a:p>
          <a:p>
            <a:pPr marL="0" marR="0" lvl="0" indent="0" algn="l" rtl="0">
              <a:lnSpc>
                <a:spcPct val="115000"/>
              </a:lnSpc>
              <a:spcBef>
                <a:spcPts val="0"/>
              </a:spcBef>
              <a:spcAft>
                <a:spcPts val="0"/>
              </a:spcAft>
              <a:buSzPts val="1400"/>
              <a:buNone/>
            </a:pPr>
            <a:r>
              <a:rPr lang="en-US">
                <a:latin typeface="Open Sans" panose="020B0606030504020204" pitchFamily="34" charset="0"/>
                <a:ea typeface="Open Sans" panose="020B0606030504020204" pitchFamily="34" charset="0"/>
                <a:cs typeface="Open Sans" panose="020B0606030504020204" pitchFamily="34" charset="0"/>
              </a:rPr>
              <a:t>&lt;/div&gt; </a:t>
            </a:r>
            <a:endParaRPr lang="en-SG">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7904959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E6EA7084-13DA-8CC9-11E3-641FFC6CE9A0}"/>
            </a:ext>
          </a:extLst>
        </p:cNvPr>
        <p:cNvGrpSpPr/>
        <p:nvPr/>
      </p:nvGrpSpPr>
      <p:grpSpPr>
        <a:xfrm>
          <a:off x="0" y="0"/>
          <a:ext cx="0" cy="0"/>
          <a:chOff x="0" y="0"/>
          <a:chExt cx="0" cy="0"/>
        </a:xfrm>
      </p:grpSpPr>
      <p:sp>
        <p:nvSpPr>
          <p:cNvPr id="132" name="Google Shape;132;p11">
            <a:extLst>
              <a:ext uri="{FF2B5EF4-FFF2-40B4-BE49-F238E27FC236}">
                <a16:creationId xmlns:a16="http://schemas.microsoft.com/office/drawing/2014/main" id="{767C40DB-6C4A-6D25-2FBA-4B5A3806C08F}"/>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List Rendering with v-for (3)</a:t>
            </a:r>
            <a:endParaRPr/>
          </a:p>
        </p:txBody>
      </p:sp>
      <p:sp>
        <p:nvSpPr>
          <p:cNvPr id="133" name="Google Shape;133;p11">
            <a:extLst>
              <a:ext uri="{FF2B5EF4-FFF2-40B4-BE49-F238E27FC236}">
                <a16:creationId xmlns:a16="http://schemas.microsoft.com/office/drawing/2014/main" id="{B1EA2F2F-F6B7-B73B-5CEB-F9FD904CE7EC}"/>
              </a:ext>
            </a:extLst>
          </p:cNvPr>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v-for can also render objects.</a:t>
            </a: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endParaRPr/>
          </a:p>
        </p:txBody>
      </p:sp>
      <p:sp>
        <p:nvSpPr>
          <p:cNvPr id="134" name="Google Shape;134;p11">
            <a:extLst>
              <a:ext uri="{FF2B5EF4-FFF2-40B4-BE49-F238E27FC236}">
                <a16:creationId xmlns:a16="http://schemas.microsoft.com/office/drawing/2014/main" id="{7A0E6D03-A0C2-4985-30DF-A72897B6DE76}"/>
              </a:ext>
            </a:extLst>
          </p:cNvPr>
          <p:cNvSpPr txBox="1">
            <a:spLocks noGrp="1"/>
          </p:cNvSpPr>
          <p:nvPr>
            <p:ph type="body" idx="2"/>
          </p:nvPr>
        </p:nvSpPr>
        <p:spPr>
          <a:xfrm>
            <a:off x="4832400" y="1225225"/>
            <a:ext cx="3999900" cy="360235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r>
              <a:rPr lang="en" i="1"/>
              <a:t>Example9.vue</a:t>
            </a:r>
          </a:p>
          <a:p>
            <a:pPr marL="0" lvl="0" indent="0" algn="l" rtl="0">
              <a:lnSpc>
                <a:spcPct val="115000"/>
              </a:lnSpc>
              <a:spcBef>
                <a:spcPts val="0"/>
              </a:spcBef>
              <a:spcAft>
                <a:spcPts val="0"/>
              </a:spcAft>
              <a:buSzPts val="1400"/>
              <a:buNone/>
            </a:pPr>
            <a:endParaRPr lang="en" i="1"/>
          </a:p>
          <a:p>
            <a:pPr marL="0" indent="0">
              <a:buNone/>
            </a:pPr>
            <a:r>
              <a:rPr lang="en-US">
                <a:latin typeface="Open Sans" panose="020B0606030504020204" pitchFamily="34" charset="0"/>
                <a:ea typeface="Open Sans" panose="020B0606030504020204" pitchFamily="34" charset="0"/>
                <a:cs typeface="Open Sans" panose="020B0606030504020204" pitchFamily="34" charset="0"/>
              </a:rPr>
              <a:t>const object = ref({</a:t>
            </a:r>
          </a:p>
          <a:p>
            <a:pPr marL="0" indent="0">
              <a:buNone/>
            </a:pPr>
            <a:r>
              <a:rPr lang="en-US">
                <a:latin typeface="Open Sans" panose="020B0606030504020204" pitchFamily="34" charset="0"/>
                <a:ea typeface="Open Sans" panose="020B0606030504020204" pitchFamily="34" charset="0"/>
                <a:cs typeface="Open Sans" panose="020B0606030504020204" pitchFamily="34" charset="0"/>
              </a:rPr>
              <a:t>    title: 'Foo',</a:t>
            </a:r>
          </a:p>
          <a:p>
            <a:pPr marL="0" indent="0">
              <a:buNone/>
            </a:pPr>
            <a:r>
              <a:rPr lang="en-US">
                <a:latin typeface="Open Sans" panose="020B0606030504020204" pitchFamily="34" charset="0"/>
                <a:ea typeface="Open Sans" panose="020B0606030504020204" pitchFamily="34" charset="0"/>
                <a:cs typeface="Open Sans" panose="020B0606030504020204" pitchFamily="34" charset="0"/>
              </a:rPr>
              <a:t>    author: 'Bar',</a:t>
            </a:r>
          </a:p>
          <a:p>
            <a:pPr marL="0" indent="0">
              <a:buNone/>
            </a:pPr>
            <a:r>
              <a:rPr lang="en-US">
                <a:latin typeface="Open Sans" panose="020B0606030504020204" pitchFamily="34" charset="0"/>
                <a:ea typeface="Open Sans" panose="020B0606030504020204" pitchFamily="34" charset="0"/>
                <a:cs typeface="Open Sans" panose="020B0606030504020204" pitchFamily="34" charset="0"/>
              </a:rPr>
              <a:t>    </a:t>
            </a:r>
            <a:r>
              <a:rPr lang="en-US" err="1">
                <a:latin typeface="Open Sans" panose="020B0606030504020204" pitchFamily="34" charset="0"/>
                <a:ea typeface="Open Sans" panose="020B0606030504020204" pitchFamily="34" charset="0"/>
                <a:cs typeface="Open Sans" panose="020B0606030504020204" pitchFamily="34" charset="0"/>
              </a:rPr>
              <a:t>isbn</a:t>
            </a:r>
            <a:r>
              <a:rPr lang="en-US">
                <a:latin typeface="Open Sans" panose="020B0606030504020204" pitchFamily="34" charset="0"/>
                <a:ea typeface="Open Sans" panose="020B0606030504020204" pitchFamily="34" charset="0"/>
                <a:cs typeface="Open Sans" panose="020B0606030504020204" pitchFamily="34" charset="0"/>
              </a:rPr>
              <a:t>: '12236’</a:t>
            </a:r>
          </a:p>
          <a:p>
            <a:pPr marL="0" indent="0">
              <a:buNone/>
            </a:pPr>
            <a:r>
              <a:rPr lang="en-US">
                <a:latin typeface="Open Sans" panose="020B0606030504020204" pitchFamily="34" charset="0"/>
                <a:ea typeface="Open Sans" panose="020B0606030504020204" pitchFamily="34" charset="0"/>
                <a:cs typeface="Open Sans" panose="020B0606030504020204" pitchFamily="34" charset="0"/>
              </a:rPr>
              <a:t>})</a:t>
            </a:r>
          </a:p>
          <a:p>
            <a:pPr marL="0" indent="0">
              <a:buNone/>
            </a:pPr>
            <a:r>
              <a:rPr lang="en-SG" i="1"/>
              <a:t>====</a:t>
            </a:r>
          </a:p>
          <a:p>
            <a:pPr marL="0" lvl="0" indent="0" algn="l" rtl="0">
              <a:lnSpc>
                <a:spcPct val="115000"/>
              </a:lnSpc>
              <a:spcBef>
                <a:spcPts val="0"/>
              </a:spcBef>
              <a:spcAft>
                <a:spcPts val="0"/>
              </a:spcAft>
              <a:buSzPts val="1400"/>
              <a:buNone/>
            </a:pPr>
            <a:endParaRPr lang="en-SG" i="1"/>
          </a:p>
          <a:p>
            <a:pPr marL="0" lvl="0" indent="0" algn="l" rtl="0">
              <a:lnSpc>
                <a:spcPct val="115000"/>
              </a:lnSpc>
              <a:spcBef>
                <a:spcPts val="0"/>
              </a:spcBef>
              <a:spcAft>
                <a:spcPts val="0"/>
              </a:spcAft>
              <a:buSzPts val="1400"/>
              <a:buNone/>
            </a:pPr>
            <a:r>
              <a:rPr lang="en-US">
                <a:latin typeface="Open Sans" panose="020B0606030504020204" pitchFamily="34" charset="0"/>
                <a:ea typeface="Open Sans" panose="020B0606030504020204" pitchFamily="34" charset="0"/>
                <a:cs typeface="Open Sans" panose="020B0606030504020204" pitchFamily="34" charset="0"/>
              </a:rPr>
              <a:t>&lt;ul id="demo3"&gt;</a:t>
            </a:r>
          </a:p>
          <a:p>
            <a:pPr marL="0" lvl="0" indent="0" algn="l" rtl="0">
              <a:lnSpc>
                <a:spcPct val="115000"/>
              </a:lnSpc>
              <a:spcBef>
                <a:spcPts val="0"/>
              </a:spcBef>
              <a:spcAft>
                <a:spcPts val="0"/>
              </a:spcAft>
              <a:buSzPts val="1400"/>
              <a:buNone/>
            </a:pPr>
            <a:r>
              <a:rPr lang="en-US">
                <a:latin typeface="Open Sans" panose="020B0606030504020204" pitchFamily="34" charset="0"/>
                <a:ea typeface="Open Sans" panose="020B0606030504020204" pitchFamily="34" charset="0"/>
                <a:cs typeface="Open Sans" panose="020B0606030504020204" pitchFamily="34" charset="0"/>
              </a:rPr>
              <a:t>       &lt;li v-for="(value, name, index) in object"&gt; </a:t>
            </a:r>
          </a:p>
          <a:p>
            <a:pPr marL="0" lvl="0" indent="0" algn="l" rtl="0">
              <a:lnSpc>
                <a:spcPct val="115000"/>
              </a:lnSpc>
              <a:spcBef>
                <a:spcPts val="0"/>
              </a:spcBef>
              <a:spcAft>
                <a:spcPts val="0"/>
              </a:spcAft>
              <a:buSzPts val="1400"/>
              <a:buNone/>
            </a:pPr>
            <a:r>
              <a:rPr lang="en-US">
                <a:latin typeface="Open Sans" panose="020B0606030504020204" pitchFamily="34" charset="0"/>
                <a:ea typeface="Open Sans" panose="020B0606030504020204" pitchFamily="34" charset="0"/>
                <a:cs typeface="Open Sans" panose="020B0606030504020204" pitchFamily="34" charset="0"/>
              </a:rPr>
              <a:t>                {{ index }}. {{ name }}: {{ value }}  </a:t>
            </a:r>
          </a:p>
          <a:p>
            <a:pPr marL="0" lvl="0" indent="0" algn="l" rtl="0">
              <a:lnSpc>
                <a:spcPct val="115000"/>
              </a:lnSpc>
              <a:spcBef>
                <a:spcPts val="0"/>
              </a:spcBef>
              <a:spcAft>
                <a:spcPts val="0"/>
              </a:spcAft>
              <a:buSzPts val="1400"/>
              <a:buNone/>
            </a:pPr>
            <a:r>
              <a:rPr lang="en-US">
                <a:latin typeface="Open Sans" panose="020B0606030504020204" pitchFamily="34" charset="0"/>
                <a:ea typeface="Open Sans" panose="020B0606030504020204" pitchFamily="34" charset="0"/>
                <a:cs typeface="Open Sans" panose="020B0606030504020204" pitchFamily="34" charset="0"/>
              </a:rPr>
              <a:t>       &lt;/li&gt;</a:t>
            </a:r>
          </a:p>
          <a:p>
            <a:pPr marL="0" lvl="0" indent="0" algn="l" rtl="0">
              <a:lnSpc>
                <a:spcPct val="115000"/>
              </a:lnSpc>
              <a:spcBef>
                <a:spcPts val="0"/>
              </a:spcBef>
              <a:spcAft>
                <a:spcPts val="0"/>
              </a:spcAft>
              <a:buSzPts val="1400"/>
              <a:buNone/>
            </a:pPr>
            <a:r>
              <a:rPr lang="en-US">
                <a:latin typeface="Open Sans" panose="020B0606030504020204" pitchFamily="34" charset="0"/>
                <a:ea typeface="Open Sans" panose="020B0606030504020204" pitchFamily="34" charset="0"/>
                <a:cs typeface="Open Sans" panose="020B0606030504020204" pitchFamily="34" charset="0"/>
              </a:rPr>
              <a:t>&lt;/ul&gt;</a:t>
            </a: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5" name="Google Shape;150;p13">
            <a:extLst>
              <a:ext uri="{FF2B5EF4-FFF2-40B4-BE49-F238E27FC236}">
                <a16:creationId xmlns:a16="http://schemas.microsoft.com/office/drawing/2014/main" id="{00EF6A46-9977-D83E-25D9-0D19CE338280}"/>
              </a:ext>
            </a:extLst>
          </p:cNvPr>
          <p:cNvSpPr/>
          <p:nvPr/>
        </p:nvSpPr>
        <p:spPr>
          <a:xfrm>
            <a:off x="1163700" y="2902225"/>
            <a:ext cx="3408300" cy="787400"/>
          </a:xfrm>
          <a:prstGeom prst="wedgeRoundRectCallout">
            <a:avLst>
              <a:gd name="adj1" fmla="val 46071"/>
              <a:gd name="adj2" fmla="val 6549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Order is important. The first parameter should be the value, followed by name and index.</a:t>
            </a:r>
          </a:p>
        </p:txBody>
      </p:sp>
    </p:spTree>
    <p:extLst>
      <p:ext uri="{BB962C8B-B14F-4D97-AF65-F5344CB8AC3E}">
        <p14:creationId xmlns:p14="http://schemas.microsoft.com/office/powerpoint/2010/main" val="36984483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FB8CE7C3-2F46-A96E-2828-5560186D821B}"/>
            </a:ext>
          </a:extLst>
        </p:cNvPr>
        <p:cNvGrpSpPr/>
        <p:nvPr/>
      </p:nvGrpSpPr>
      <p:grpSpPr>
        <a:xfrm>
          <a:off x="0" y="0"/>
          <a:ext cx="0" cy="0"/>
          <a:chOff x="0" y="0"/>
          <a:chExt cx="0" cy="0"/>
        </a:xfrm>
      </p:grpSpPr>
      <p:sp>
        <p:nvSpPr>
          <p:cNvPr id="139" name="Google Shape;139;p12">
            <a:extLst>
              <a:ext uri="{FF2B5EF4-FFF2-40B4-BE49-F238E27FC236}">
                <a16:creationId xmlns:a16="http://schemas.microsoft.com/office/drawing/2014/main" id="{F8F0D3BB-EE0B-439C-2345-873DC514E9C2}"/>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lvl="0"/>
            <a:r>
              <a:rPr lang="en"/>
              <a:t>List Rendering with v-for (4)</a:t>
            </a:r>
            <a:endParaRPr/>
          </a:p>
        </p:txBody>
      </p:sp>
      <p:sp>
        <p:nvSpPr>
          <p:cNvPr id="140" name="Google Shape;140;p12">
            <a:extLst>
              <a:ext uri="{FF2B5EF4-FFF2-40B4-BE49-F238E27FC236}">
                <a16:creationId xmlns:a16="http://schemas.microsoft.com/office/drawing/2014/main" id="{A52B4752-80C2-9BD8-E0D4-BE963AA048FE}"/>
              </a:ext>
            </a:extLst>
          </p:cNvPr>
          <p:cNvSpPr txBox="1">
            <a:spLocks noGrp="1"/>
          </p:cNvSpPr>
          <p:nvPr>
            <p:ph type="body" idx="1"/>
          </p:nvPr>
        </p:nvSpPr>
        <p:spPr>
          <a:xfrm>
            <a:off x="311700" y="1225225"/>
            <a:ext cx="3999900" cy="3007410"/>
          </a:xfrm>
          <a:prstGeom prst="rect">
            <a:avLst/>
          </a:prstGeom>
          <a:noFill/>
          <a:ln>
            <a:noFill/>
          </a:ln>
        </p:spPr>
        <p:txBody>
          <a:bodyPr spcFirstLastPara="1" wrap="square" lIns="91425" tIns="91425" rIns="91425" bIns="91425" anchor="t" anchorCtr="0">
            <a:noAutofit/>
          </a:bodyPr>
          <a:lstStyle/>
          <a:p>
            <a:pPr marL="0" lvl="0" indent="0">
              <a:buSzPts val="1100"/>
              <a:buNone/>
            </a:pPr>
            <a:r>
              <a:rPr lang="en-SG"/>
              <a:t>We can also use a &lt;template&gt; tag with v-for to render a block of multiple elements. </a:t>
            </a:r>
            <a:endParaRPr/>
          </a:p>
          <a:p>
            <a:pPr marL="0" marR="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endParaRPr b="1"/>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endParaRPr/>
          </a:p>
        </p:txBody>
      </p:sp>
      <p:sp>
        <p:nvSpPr>
          <p:cNvPr id="141" name="Google Shape;141;p12">
            <a:extLst>
              <a:ext uri="{FF2B5EF4-FFF2-40B4-BE49-F238E27FC236}">
                <a16:creationId xmlns:a16="http://schemas.microsoft.com/office/drawing/2014/main" id="{376AD2AC-C197-A4E8-A9D8-BB4C6FF2C906}"/>
              </a:ext>
            </a:extLst>
          </p:cNvPr>
          <p:cNvSpPr txBox="1">
            <a:spLocks noGrp="1"/>
          </p:cNvSpPr>
          <p:nvPr>
            <p:ph type="body" idx="2"/>
          </p:nvPr>
        </p:nvSpPr>
        <p:spPr>
          <a:xfrm>
            <a:off x="4832400" y="1225224"/>
            <a:ext cx="3999900" cy="2837725"/>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a:t>
            </a:r>
            <a:endParaRPr lang="en-SG" i="1"/>
          </a:p>
          <a:p>
            <a:pPr marL="0" marR="0" lvl="0" indent="0" algn="l" rtl="0">
              <a:lnSpc>
                <a:spcPct val="115000"/>
              </a:lnSpc>
              <a:spcBef>
                <a:spcPts val="0"/>
              </a:spcBef>
              <a:spcAft>
                <a:spcPts val="0"/>
              </a:spcAft>
              <a:buSzPts val="1400"/>
              <a:buNone/>
            </a:pPr>
            <a:endParaRPr lang="en-SG" i="1"/>
          </a:p>
          <a:p>
            <a:pPr marL="0" indent="0">
              <a:buNone/>
            </a:pPr>
            <a:r>
              <a:rPr lang="it-IT">
                <a:latin typeface="Open Sans" panose="020B0606030504020204" pitchFamily="34" charset="0"/>
                <a:ea typeface="Open Sans" panose="020B0606030504020204" pitchFamily="34" charset="0"/>
                <a:cs typeface="Open Sans" panose="020B0606030504020204" pitchFamily="34" charset="0"/>
              </a:rPr>
              <a:t>&lt;ul&gt;</a:t>
            </a:r>
          </a:p>
          <a:p>
            <a:pPr marL="0" indent="0">
              <a:buNone/>
            </a:pPr>
            <a:r>
              <a:rPr lang="it-IT">
                <a:latin typeface="Open Sans" panose="020B0606030504020204" pitchFamily="34" charset="0"/>
                <a:ea typeface="Open Sans" panose="020B0606030504020204" pitchFamily="34" charset="0"/>
                <a:cs typeface="Open Sans" panose="020B0606030504020204" pitchFamily="34" charset="0"/>
              </a:rPr>
              <a:t>  &lt;template v-for="item in items"&gt;</a:t>
            </a:r>
          </a:p>
          <a:p>
            <a:pPr marL="0" indent="0">
              <a:buNone/>
            </a:pPr>
            <a:r>
              <a:rPr lang="it-IT">
                <a:latin typeface="Open Sans" panose="020B0606030504020204" pitchFamily="34" charset="0"/>
                <a:ea typeface="Open Sans" panose="020B0606030504020204" pitchFamily="34" charset="0"/>
                <a:cs typeface="Open Sans" panose="020B0606030504020204" pitchFamily="34" charset="0"/>
              </a:rPr>
              <a:t>    &lt;li&gt;{{ item.msg }}&lt;/li&gt;</a:t>
            </a:r>
          </a:p>
          <a:p>
            <a:pPr marL="0" indent="0">
              <a:buNone/>
            </a:pPr>
            <a:r>
              <a:rPr lang="it-IT">
                <a:latin typeface="Open Sans" panose="020B0606030504020204" pitchFamily="34" charset="0"/>
                <a:ea typeface="Open Sans" panose="020B0606030504020204" pitchFamily="34" charset="0"/>
                <a:cs typeface="Open Sans" panose="020B0606030504020204" pitchFamily="34" charset="0"/>
              </a:rPr>
              <a:t>    &lt;li class="divider"&gt;==========&lt;/li&gt;</a:t>
            </a:r>
          </a:p>
          <a:p>
            <a:pPr marL="0" indent="0">
              <a:buNone/>
            </a:pPr>
            <a:r>
              <a:rPr lang="it-IT">
                <a:latin typeface="Open Sans" panose="020B0606030504020204" pitchFamily="34" charset="0"/>
                <a:ea typeface="Open Sans" panose="020B0606030504020204" pitchFamily="34" charset="0"/>
                <a:cs typeface="Open Sans" panose="020B0606030504020204" pitchFamily="34" charset="0"/>
              </a:rPr>
              <a:t>  &lt;/template&gt;</a:t>
            </a:r>
          </a:p>
          <a:p>
            <a:pPr marL="0" indent="0">
              <a:buNone/>
            </a:pPr>
            <a:r>
              <a:rPr lang="it-IT">
                <a:latin typeface="Open Sans" panose="020B0606030504020204" pitchFamily="34" charset="0"/>
                <a:ea typeface="Open Sans" panose="020B0606030504020204" pitchFamily="34" charset="0"/>
                <a:cs typeface="Open Sans" panose="020B0606030504020204" pitchFamily="34" charset="0"/>
              </a:rPr>
              <a:t>&lt;/ul&gt;</a:t>
            </a:r>
            <a:endParaRPr lang="en-SG">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28607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B2E8EAC9-C02C-E848-E26F-8B4EA2CD3783}"/>
            </a:ext>
          </a:extLst>
        </p:cNvPr>
        <p:cNvGrpSpPr/>
        <p:nvPr/>
      </p:nvGrpSpPr>
      <p:grpSpPr>
        <a:xfrm>
          <a:off x="0" y="0"/>
          <a:ext cx="0" cy="0"/>
          <a:chOff x="0" y="0"/>
          <a:chExt cx="0" cy="0"/>
        </a:xfrm>
      </p:grpSpPr>
      <p:sp>
        <p:nvSpPr>
          <p:cNvPr id="139" name="Google Shape;139;p12">
            <a:extLst>
              <a:ext uri="{FF2B5EF4-FFF2-40B4-BE49-F238E27FC236}">
                <a16:creationId xmlns:a16="http://schemas.microsoft.com/office/drawing/2014/main" id="{AD305037-6C4A-7B5B-1DB9-86524B469ABA}"/>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lvl="0"/>
            <a:r>
              <a:rPr lang="en"/>
              <a:t>List Rendering with v-for (5)</a:t>
            </a:r>
            <a:endParaRPr/>
          </a:p>
        </p:txBody>
      </p:sp>
      <p:sp>
        <p:nvSpPr>
          <p:cNvPr id="140" name="Google Shape;140;p12">
            <a:extLst>
              <a:ext uri="{FF2B5EF4-FFF2-40B4-BE49-F238E27FC236}">
                <a16:creationId xmlns:a16="http://schemas.microsoft.com/office/drawing/2014/main" id="{14C79AFF-9257-A6A0-2739-9EE5D998F1BC}"/>
              </a:ext>
            </a:extLst>
          </p:cNvPr>
          <p:cNvSpPr txBox="1">
            <a:spLocks noGrp="1"/>
          </p:cNvSpPr>
          <p:nvPr>
            <p:ph type="body" idx="1"/>
          </p:nvPr>
        </p:nvSpPr>
        <p:spPr>
          <a:xfrm>
            <a:off x="311700" y="1225225"/>
            <a:ext cx="6444700" cy="1174024"/>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Note: When v-if and v-for are used together in the same HTML node, v-if has a higher priority than v-for. Not recommended to use them together. See below example:</a:t>
            </a:r>
            <a:endParaRPr/>
          </a:p>
          <a:p>
            <a:pPr marL="0" marR="0" lvl="0" indent="0" algn="l" rtl="0">
              <a:lnSpc>
                <a:spcPct val="115000"/>
              </a:lnSpc>
              <a:spcBef>
                <a:spcPts val="0"/>
              </a:spcBef>
              <a:spcAft>
                <a:spcPts val="0"/>
              </a:spcAft>
              <a:buSzPts val="1400"/>
              <a:buNone/>
            </a:pPr>
            <a:endParaRPr/>
          </a:p>
        </p:txBody>
      </p:sp>
      <p:sp>
        <p:nvSpPr>
          <p:cNvPr id="142" name="Google Shape;142;p12">
            <a:extLst>
              <a:ext uri="{FF2B5EF4-FFF2-40B4-BE49-F238E27FC236}">
                <a16:creationId xmlns:a16="http://schemas.microsoft.com/office/drawing/2014/main" id="{307C3E03-0D4E-7BE4-9601-5CC5485261BC}"/>
              </a:ext>
            </a:extLst>
          </p:cNvPr>
          <p:cNvSpPr txBox="1"/>
          <p:nvPr/>
        </p:nvSpPr>
        <p:spPr>
          <a:xfrm>
            <a:off x="794300" y="2208749"/>
            <a:ext cx="6758403" cy="954107"/>
          </a:xfrm>
          <a:prstGeom prst="rect">
            <a:avLst/>
          </a:prstGeom>
          <a:noFill/>
          <a:ln>
            <a:solidFill>
              <a:schemeClr val="tx1"/>
            </a:solid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&lt;!-- This will throw an error because v-if is evaluated first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and property ”student" is not defined yet --&gt;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&lt;li v-for=”student in students" v-if=”student.isInDeanList"&gt; {{ student.name }} &lt;/li&gt;</a:t>
            </a:r>
            <a:endParaRPr sz="1400" b="0" i="0" u="none" strike="noStrike" cap="none">
              <a:solidFill>
                <a:srgbClr val="000000"/>
              </a:solidFill>
              <a:latin typeface="Arial"/>
              <a:ea typeface="Arial"/>
              <a:cs typeface="Arial"/>
              <a:sym typeface="Arial"/>
            </a:endParaRPr>
          </a:p>
        </p:txBody>
      </p:sp>
      <p:sp>
        <p:nvSpPr>
          <p:cNvPr id="5" name="Google Shape;142;p12">
            <a:extLst>
              <a:ext uri="{FF2B5EF4-FFF2-40B4-BE49-F238E27FC236}">
                <a16:creationId xmlns:a16="http://schemas.microsoft.com/office/drawing/2014/main" id="{54416943-E1A6-4242-5ADF-7A42D21D704B}"/>
              </a:ext>
            </a:extLst>
          </p:cNvPr>
          <p:cNvSpPr txBox="1"/>
          <p:nvPr/>
        </p:nvSpPr>
        <p:spPr>
          <a:xfrm>
            <a:off x="794299" y="3368936"/>
            <a:ext cx="6758403" cy="1600398"/>
          </a:xfrm>
          <a:prstGeom prst="rect">
            <a:avLst/>
          </a:prstGeom>
          <a:noFill/>
          <a:ln>
            <a:solidFill>
              <a:schemeClr val="tx1"/>
            </a:solid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&lt;!-- This </a:t>
            </a:r>
            <a:r>
              <a:rPr lang="en-SG" sz="1400" b="0" i="0" u="none" strike="noStrike" cap="none">
                <a:solidFill>
                  <a:srgbClr val="000000"/>
                </a:solidFill>
                <a:latin typeface="Arial"/>
                <a:ea typeface="Arial"/>
                <a:cs typeface="Arial"/>
                <a:sym typeface="Arial"/>
              </a:rPr>
              <a:t>can be fixed by moving v-for to a wrapping &lt;template&gt; tag </a:t>
            </a:r>
            <a:r>
              <a:rPr lang="en" sz="1400" b="0" i="0" u="none" strike="noStrike" cap="none">
                <a:solidFill>
                  <a:srgbClr val="000000"/>
                </a:solidFill>
                <a:latin typeface="Arial"/>
                <a:ea typeface="Arial"/>
                <a:cs typeface="Arial"/>
                <a:sym typeface="Arial"/>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a:t>
            </a:r>
          </a:p>
          <a:p>
            <a:pPr lvl="0">
              <a:buSzPts val="1400"/>
            </a:pPr>
            <a:r>
              <a:rPr lang="en-SG"/>
              <a:t>&lt;template v-for=“student in students"&gt;</a:t>
            </a:r>
          </a:p>
          <a:p>
            <a:pPr lvl="0">
              <a:buSzPts val="1400"/>
            </a:pPr>
            <a:r>
              <a:rPr lang="en-SG"/>
              <a:t>  &lt;li </a:t>
            </a:r>
            <a:r>
              <a:rPr lang="en"/>
              <a:t>v-if=”student.isInDeanList"&gt; </a:t>
            </a:r>
            <a:endParaRPr lang="en-SG"/>
          </a:p>
          <a:p>
            <a:pPr lvl="0">
              <a:buSzPts val="1400"/>
            </a:pPr>
            <a:r>
              <a:rPr lang="en-SG"/>
              <a:t>    {{ student.name }}</a:t>
            </a:r>
          </a:p>
          <a:p>
            <a:pPr lvl="0">
              <a:buSzPts val="1400"/>
            </a:pPr>
            <a:r>
              <a:rPr lang="en-SG"/>
              <a:t>  &lt;/li&gt;</a:t>
            </a:r>
          </a:p>
          <a:p>
            <a:pPr lvl="0">
              <a:buSzPts val="1400"/>
            </a:pPr>
            <a:r>
              <a:rPr lang="en-SG"/>
              <a:t>&lt;/template&gt;</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2326031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Rendering a Table</a:t>
            </a:r>
            <a:endParaRPr/>
          </a:p>
        </p:txBody>
      </p:sp>
      <p:sp>
        <p:nvSpPr>
          <p:cNvPr id="148" name="Google Shape;148;p13"/>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v-for can be used to render tables easily. </a:t>
            </a:r>
            <a:endParaRPr/>
          </a:p>
        </p:txBody>
      </p:sp>
      <p:sp>
        <p:nvSpPr>
          <p:cNvPr id="149" name="Google Shape;149;p13"/>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r>
              <a:rPr lang="en-SG" i="1"/>
              <a:t>Example10.vue</a:t>
            </a:r>
          </a:p>
        </p:txBody>
      </p:sp>
      <p:sp>
        <p:nvSpPr>
          <p:cNvPr id="150" name="Google Shape;150;p13"/>
          <p:cNvSpPr/>
          <p:nvPr/>
        </p:nvSpPr>
        <p:spPr>
          <a:xfrm>
            <a:off x="5210475" y="3919825"/>
            <a:ext cx="3408300" cy="659400"/>
          </a:xfrm>
          <a:prstGeom prst="wedgeRoundRectCallout">
            <a:avLst>
              <a:gd name="adj1" fmla="val 46071"/>
              <a:gd name="adj2" fmla="val 6549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Take note of the clear separation of data and presentation.</a:t>
            </a:r>
            <a:endParaRPr sz="1400" b="0" i="0" u="none" strike="noStrike" cap="none" dirty="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4</a:t>
            </a:r>
            <a:endParaRPr/>
          </a:p>
        </p:txBody>
      </p:sp>
      <p:sp>
        <p:nvSpPr>
          <p:cNvPr id="156" name="Google Shape;156;p14"/>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Given Ex4.vue, complete the TODO so that it implements the following functionalities.</a:t>
            </a:r>
            <a:endParaRPr/>
          </a:p>
          <a:p>
            <a:pPr marL="457200" marR="0" lvl="0" indent="-317500" algn="l" rtl="0">
              <a:lnSpc>
                <a:spcPct val="115000"/>
              </a:lnSpc>
              <a:spcBef>
                <a:spcPts val="1600"/>
              </a:spcBef>
              <a:spcAft>
                <a:spcPts val="0"/>
              </a:spcAft>
              <a:buSzPts val="1400"/>
              <a:buChar char="●"/>
            </a:pPr>
            <a:r>
              <a:rPr lang="en"/>
              <a:t>When clicking the ‘Delete’ button, the corresponding item is removed from the list.</a:t>
            </a:r>
            <a:endParaRPr/>
          </a:p>
          <a:p>
            <a:pPr marL="457200" marR="0" lvl="0" indent="-317500" algn="l" rtl="0">
              <a:lnSpc>
                <a:spcPct val="115000"/>
              </a:lnSpc>
              <a:spcBef>
                <a:spcPts val="0"/>
              </a:spcBef>
              <a:spcAft>
                <a:spcPts val="0"/>
              </a:spcAft>
              <a:buSzPts val="1400"/>
              <a:buChar char="●"/>
            </a:pPr>
            <a:r>
              <a:rPr lang="en"/>
              <a:t>When ‘Add!’ button is clicked, the item entered in the text box is added to the list.</a:t>
            </a:r>
            <a:endParaRPr/>
          </a:p>
          <a:p>
            <a:pPr marL="0" marR="0" lvl="0" indent="0" algn="l" rtl="0">
              <a:lnSpc>
                <a:spcPct val="115000"/>
              </a:lnSpc>
              <a:spcBef>
                <a:spcPts val="1600"/>
              </a:spcBef>
              <a:spcAft>
                <a:spcPts val="0"/>
              </a:spcAft>
              <a:buSzPts val="1400"/>
              <a:buNone/>
            </a:pPr>
            <a:r>
              <a:rPr lang="en"/>
              <a:t>Hint: use v-model, v-for </a:t>
            </a:r>
            <a:endParaRPr/>
          </a:p>
          <a:p>
            <a:pPr marL="0" marR="0" lvl="0" indent="0" algn="l" rtl="0">
              <a:lnSpc>
                <a:spcPct val="115000"/>
              </a:lnSpc>
              <a:spcBef>
                <a:spcPts val="1600"/>
              </a:spcBef>
              <a:spcAft>
                <a:spcPts val="1600"/>
              </a:spcAft>
              <a:buSzPts val="1400"/>
              <a:buNone/>
            </a:pPr>
            <a:endParaRPr/>
          </a:p>
        </p:txBody>
      </p:sp>
      <p:pic>
        <p:nvPicPr>
          <p:cNvPr id="4" name="Picture 3">
            <a:extLst>
              <a:ext uri="{FF2B5EF4-FFF2-40B4-BE49-F238E27FC236}">
                <a16:creationId xmlns:a16="http://schemas.microsoft.com/office/drawing/2014/main" id="{787AF63B-931D-6914-6A8F-CAE32AA426B2}"/>
              </a:ext>
            </a:extLst>
          </p:cNvPr>
          <p:cNvPicPr>
            <a:picLocks noChangeAspect="1"/>
          </p:cNvPicPr>
          <p:nvPr/>
        </p:nvPicPr>
        <p:blipFill>
          <a:blip r:embed="rId3"/>
          <a:stretch>
            <a:fillRect/>
          </a:stretch>
        </p:blipFill>
        <p:spPr>
          <a:xfrm>
            <a:off x="417202" y="3420707"/>
            <a:ext cx="1810562" cy="1605889"/>
          </a:xfrm>
          <a:prstGeom prst="rect">
            <a:avLst/>
          </a:prstGeom>
        </p:spPr>
      </p:pic>
      <p:pic>
        <p:nvPicPr>
          <p:cNvPr id="6" name="Picture 5">
            <a:extLst>
              <a:ext uri="{FF2B5EF4-FFF2-40B4-BE49-F238E27FC236}">
                <a16:creationId xmlns:a16="http://schemas.microsoft.com/office/drawing/2014/main" id="{3AABF27D-08FD-3D31-C999-4B0AC879E480}"/>
              </a:ext>
            </a:extLst>
          </p:cNvPr>
          <p:cNvPicPr>
            <a:picLocks noChangeAspect="1"/>
          </p:cNvPicPr>
          <p:nvPr/>
        </p:nvPicPr>
        <p:blipFill>
          <a:blip r:embed="rId4"/>
          <a:stretch>
            <a:fillRect/>
          </a:stretch>
        </p:blipFill>
        <p:spPr>
          <a:xfrm>
            <a:off x="6173630" y="3467100"/>
            <a:ext cx="1713091" cy="1611895"/>
          </a:xfrm>
          <a:prstGeom prst="rect">
            <a:avLst/>
          </a:prstGeom>
        </p:spPr>
      </p:pic>
      <p:pic>
        <p:nvPicPr>
          <p:cNvPr id="8" name="Picture 7">
            <a:extLst>
              <a:ext uri="{FF2B5EF4-FFF2-40B4-BE49-F238E27FC236}">
                <a16:creationId xmlns:a16="http://schemas.microsoft.com/office/drawing/2014/main" id="{E28F0571-8991-4DCD-7FA8-8A52F5FBBF76}"/>
              </a:ext>
            </a:extLst>
          </p:cNvPr>
          <p:cNvPicPr>
            <a:picLocks noChangeAspect="1"/>
          </p:cNvPicPr>
          <p:nvPr/>
        </p:nvPicPr>
        <p:blipFill>
          <a:blip r:embed="rId5"/>
          <a:stretch>
            <a:fillRect/>
          </a:stretch>
        </p:blipFill>
        <p:spPr>
          <a:xfrm>
            <a:off x="3206546" y="3505199"/>
            <a:ext cx="1810562" cy="1521809"/>
          </a:xfrm>
          <a:prstGeom prst="rect">
            <a:avLst/>
          </a:prstGeom>
        </p:spPr>
      </p:pic>
      <p:sp>
        <p:nvSpPr>
          <p:cNvPr id="9" name="Arrow: Right 8">
            <a:extLst>
              <a:ext uri="{FF2B5EF4-FFF2-40B4-BE49-F238E27FC236}">
                <a16:creationId xmlns:a16="http://schemas.microsoft.com/office/drawing/2014/main" id="{FA3B75E8-5FD4-9A4E-FBDD-16DA38133F19}"/>
              </a:ext>
            </a:extLst>
          </p:cNvPr>
          <p:cNvSpPr/>
          <p:nvPr/>
        </p:nvSpPr>
        <p:spPr>
          <a:xfrm>
            <a:off x="2349500" y="4178300"/>
            <a:ext cx="317500" cy="279400"/>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Arrow: Right 10">
            <a:extLst>
              <a:ext uri="{FF2B5EF4-FFF2-40B4-BE49-F238E27FC236}">
                <a16:creationId xmlns:a16="http://schemas.microsoft.com/office/drawing/2014/main" id="{66479E85-2EA3-5D81-BAC2-A68A330DD0F4}"/>
              </a:ext>
            </a:extLst>
          </p:cNvPr>
          <p:cNvSpPr/>
          <p:nvPr/>
        </p:nvSpPr>
        <p:spPr>
          <a:xfrm>
            <a:off x="5404254" y="4152900"/>
            <a:ext cx="317500" cy="279400"/>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74D0F162-6593-43B3-249F-A9C4CF3F02D0}"/>
            </a:ext>
          </a:extLst>
        </p:cNvPr>
        <p:cNvGrpSpPr/>
        <p:nvPr/>
      </p:nvGrpSpPr>
      <p:grpSpPr>
        <a:xfrm>
          <a:off x="0" y="0"/>
          <a:ext cx="0" cy="0"/>
          <a:chOff x="0" y="0"/>
          <a:chExt cx="0" cy="0"/>
        </a:xfrm>
      </p:grpSpPr>
      <p:sp>
        <p:nvSpPr>
          <p:cNvPr id="163" name="Google Shape;163;p15">
            <a:extLst>
              <a:ext uri="{FF2B5EF4-FFF2-40B4-BE49-F238E27FC236}">
                <a16:creationId xmlns:a16="http://schemas.microsoft.com/office/drawing/2014/main" id="{4C2BF01C-CD77-33EE-729E-C06D86B2D52E}"/>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lvl="0">
              <a:lnSpc>
                <a:spcPct val="90000"/>
              </a:lnSpc>
              <a:buClr>
                <a:srgbClr val="000000"/>
              </a:buClr>
              <a:buSzPts val="2400"/>
            </a:pPr>
            <a:r>
              <a:rPr lang="en-US" sz="2800" dirty="0">
                <a:solidFill>
                  <a:schemeClr val="tx1"/>
                </a:solidFill>
              </a:rPr>
              <a:t>Understanding Callbacks, Promises, and Async/Await (Recap from IS113)</a:t>
            </a:r>
          </a:p>
        </p:txBody>
      </p:sp>
      <p:sp>
        <p:nvSpPr>
          <p:cNvPr id="164" name="Google Shape;164;p15">
            <a:extLst>
              <a:ext uri="{FF2B5EF4-FFF2-40B4-BE49-F238E27FC236}">
                <a16:creationId xmlns:a16="http://schemas.microsoft.com/office/drawing/2014/main" id="{7FB65B81-69A2-3E9A-B248-DC903358EB30}"/>
              </a:ext>
            </a:extLst>
          </p:cNvPr>
          <p:cNvSpPr txBox="1">
            <a:spLocks noGrp="1"/>
          </p:cNvSpPr>
          <p:nvPr>
            <p:ph type="body" idx="1"/>
          </p:nvPr>
        </p:nvSpPr>
        <p:spPr>
          <a:xfrm>
            <a:off x="311700" y="1225225"/>
            <a:ext cx="4400000" cy="3354000"/>
          </a:xfrm>
          <a:prstGeom prst="rect">
            <a:avLst/>
          </a:prstGeom>
          <a:noFill/>
          <a:ln>
            <a:noFill/>
          </a:ln>
        </p:spPr>
        <p:txBody>
          <a:bodyPr spcFirstLastPara="1" wrap="square" lIns="91425" tIns="91425" rIns="91425" bIns="91425" anchor="t" anchorCtr="0">
            <a:noAutofit/>
          </a:bodyPr>
          <a:lstStyle/>
          <a:p>
            <a:pPr marL="0" lvl="0" indent="0">
              <a:buNone/>
            </a:pPr>
            <a:r>
              <a:rPr lang="en-SG" sz="1600" dirty="0"/>
              <a:t>A Promise is an object that represents the eventual success or failure of an asynchronous operation. When using a promise-based API like </a:t>
            </a:r>
            <a:r>
              <a:rPr lang="en-SG" sz="1600" b="1" dirty="0"/>
              <a:t>fetch()</a:t>
            </a:r>
            <a:r>
              <a:rPr lang="en-SG" sz="1600" dirty="0"/>
              <a:t>, the operation begins immediately and returns a Promise. Handlers can be attached to this Promise to execute once the operation either succeeds or fails.</a:t>
            </a:r>
          </a:p>
          <a:p>
            <a:pPr marL="0" lvl="0" indent="0">
              <a:buNone/>
            </a:pPr>
            <a:endParaRPr lang="en-SG" sz="1600" dirty="0"/>
          </a:p>
          <a:p>
            <a:pPr marL="0" lvl="0" indent="0">
              <a:buNone/>
            </a:pPr>
            <a:endParaRPr lang="en-SG" sz="1600" dirty="0"/>
          </a:p>
        </p:txBody>
      </p:sp>
      <p:sp>
        <p:nvSpPr>
          <p:cNvPr id="165" name="Google Shape;165;p15">
            <a:extLst>
              <a:ext uri="{FF2B5EF4-FFF2-40B4-BE49-F238E27FC236}">
                <a16:creationId xmlns:a16="http://schemas.microsoft.com/office/drawing/2014/main" id="{33D95D2E-B904-7B6D-ADF4-40E8738178BD}"/>
              </a:ext>
            </a:extLst>
          </p:cNvPr>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endParaRPr dirty="0"/>
          </a:p>
          <a:p>
            <a:pPr marL="0" marR="0" lvl="0" indent="0" algn="l" rtl="0">
              <a:lnSpc>
                <a:spcPct val="115000"/>
              </a:lnSpc>
              <a:spcBef>
                <a:spcPts val="1600"/>
              </a:spcBef>
              <a:spcAft>
                <a:spcPts val="1600"/>
              </a:spcAft>
              <a:buSzPts val="1400"/>
              <a:buNone/>
            </a:pPr>
            <a:endParaRPr dirty="0"/>
          </a:p>
        </p:txBody>
      </p:sp>
      <p:sp>
        <p:nvSpPr>
          <p:cNvPr id="2" name="Google Shape;165;p15">
            <a:extLst>
              <a:ext uri="{FF2B5EF4-FFF2-40B4-BE49-F238E27FC236}">
                <a16:creationId xmlns:a16="http://schemas.microsoft.com/office/drawing/2014/main" id="{8E60445B-57D4-7187-80D7-9A529F4AAECE}"/>
              </a:ext>
            </a:extLst>
          </p:cNvPr>
          <p:cNvSpPr txBox="1">
            <a:spLocks/>
          </p:cNvSpPr>
          <p:nvPr/>
        </p:nvSpPr>
        <p:spPr>
          <a:xfrm>
            <a:off x="4984800" y="1377625"/>
            <a:ext cx="3999900" cy="3354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pPr marL="0" lvl="0" indent="0">
              <a:buNone/>
            </a:pPr>
            <a:r>
              <a:rPr lang="en-SG" sz="1600" dirty="0"/>
              <a:t>A Promise has three possible states:</a:t>
            </a:r>
          </a:p>
          <a:p>
            <a:pPr marL="285750" indent="-285750"/>
            <a:r>
              <a:rPr lang="en-SG" sz="1600" dirty="0"/>
              <a:t>Pending: The operation is still in progress.</a:t>
            </a:r>
          </a:p>
          <a:p>
            <a:pPr marL="285750" indent="-285750"/>
            <a:r>
              <a:rPr lang="en-SG" sz="1600" dirty="0"/>
              <a:t>Fulfilled: The operation completed successfully, and the .then() handler runs.</a:t>
            </a:r>
          </a:p>
          <a:p>
            <a:pPr marL="285750" indent="-285750"/>
            <a:r>
              <a:rPr lang="en-SG" sz="1600" dirty="0"/>
              <a:t>Rejected: The operation failed, and the .catch() handler runs.</a:t>
            </a:r>
          </a:p>
        </p:txBody>
      </p:sp>
    </p:spTree>
    <p:extLst>
      <p:ext uri="{BB962C8B-B14F-4D97-AF65-F5344CB8AC3E}">
        <p14:creationId xmlns:p14="http://schemas.microsoft.com/office/powerpoint/2010/main" val="38631910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Asynchronous Requests (1)</a:t>
            </a:r>
            <a:endParaRPr dirty="0"/>
          </a:p>
        </p:txBody>
      </p:sp>
      <p:sp>
        <p:nvSpPr>
          <p:cNvPr id="164" name="Google Shape;164;p15"/>
          <p:cNvSpPr txBox="1">
            <a:spLocks noGrp="1"/>
          </p:cNvSpPr>
          <p:nvPr>
            <p:ph type="body" idx="1"/>
          </p:nvPr>
        </p:nvSpPr>
        <p:spPr>
          <a:xfrm>
            <a:off x="311700" y="1225225"/>
            <a:ext cx="4400000" cy="3354000"/>
          </a:xfrm>
          <a:prstGeom prst="rect">
            <a:avLst/>
          </a:prstGeom>
          <a:noFill/>
          <a:ln>
            <a:noFill/>
          </a:ln>
        </p:spPr>
        <p:txBody>
          <a:bodyPr spcFirstLastPara="1" wrap="square" lIns="91425" tIns="91425" rIns="91425" bIns="91425" anchor="t" anchorCtr="0">
            <a:noAutofit/>
          </a:bodyPr>
          <a:lstStyle/>
          <a:p>
            <a:pPr marL="0" lvl="0" indent="0">
              <a:spcBef>
                <a:spcPts val="600"/>
              </a:spcBef>
              <a:buNone/>
            </a:pPr>
            <a:r>
              <a:rPr lang="en-SG"/>
              <a:t>Asynchronous requests are </a:t>
            </a:r>
            <a:r>
              <a:rPr lang="en-SG" b="1"/>
              <a:t>web requests that start now but finish later</a:t>
            </a:r>
            <a:r>
              <a:rPr lang="en-SG"/>
              <a:t>, without “freezing” the rest of your program/UI while waiting for the response (e.g., from an API, database service, or file). </a:t>
            </a:r>
          </a:p>
          <a:p>
            <a:pPr marL="0" lvl="0" indent="0">
              <a:spcBef>
                <a:spcPts val="600"/>
              </a:spcBef>
              <a:buNone/>
            </a:pPr>
            <a:endParaRPr lang="en-SG"/>
          </a:p>
          <a:p>
            <a:pPr marL="0" lvl="0" indent="0">
              <a:spcBef>
                <a:spcPts val="600"/>
              </a:spcBef>
              <a:buNone/>
            </a:pPr>
            <a:r>
              <a:rPr lang="en-SG" b="1"/>
              <a:t>Why asynchronous requests matter: they let you</a:t>
            </a:r>
          </a:p>
          <a:p>
            <a:r>
              <a:rPr lang="en-SG"/>
              <a:t>Keep the UI responsive while loading data (no “page freeze”).</a:t>
            </a:r>
          </a:p>
          <a:p>
            <a:r>
              <a:rPr lang="en-SG"/>
              <a:t>Fetch data (JSON, Text, XML) from backend server/API or send data to backend.</a:t>
            </a:r>
          </a:p>
          <a:p>
            <a:r>
              <a:rPr lang="en-SG"/>
              <a:t>Handle multiple requests concurrently (load user + products + messages at once).</a:t>
            </a:r>
            <a:endParaRPr/>
          </a:p>
          <a:p>
            <a:pPr marL="0" marR="0" lvl="0" indent="0" algn="l" rtl="0">
              <a:lnSpc>
                <a:spcPct val="115000"/>
              </a:lnSpc>
              <a:spcBef>
                <a:spcPts val="1600"/>
              </a:spcBef>
              <a:spcAft>
                <a:spcPts val="1600"/>
              </a:spcAft>
              <a:buSzPts val="1400"/>
              <a:buNone/>
            </a:pPr>
            <a:endParaRPr/>
          </a:p>
        </p:txBody>
      </p:sp>
      <p:sp>
        <p:nvSpPr>
          <p:cNvPr id="165" name="Google Shape;165;p15"/>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spcBef>
                <a:spcPts val="600"/>
              </a:spcBef>
              <a:buNone/>
            </a:pPr>
            <a:r>
              <a:rPr lang="en-US" dirty="0"/>
              <a:t>Vue itself doesn’t contain any library to make Async. requests</a:t>
            </a:r>
          </a:p>
          <a:p>
            <a:pPr marL="0" lvl="0" indent="0">
              <a:spcBef>
                <a:spcPts val="600"/>
              </a:spcBef>
              <a:buNone/>
            </a:pPr>
            <a:endParaRPr lang="en-US" dirty="0"/>
          </a:p>
          <a:p>
            <a:pPr marL="0" lvl="0" indent="0">
              <a:spcBef>
                <a:spcPts val="600"/>
              </a:spcBef>
              <a:buNone/>
            </a:pPr>
            <a:r>
              <a:rPr lang="en-US" dirty="0"/>
              <a:t>However, it can work with existing, external libraries such as Axios for making Async. requests.</a:t>
            </a:r>
          </a:p>
          <a:p>
            <a:pPr marL="0" marR="0" lvl="0" indent="0" algn="l" rtl="0">
              <a:lnSpc>
                <a:spcPct val="115000"/>
              </a:lnSpc>
              <a:spcBef>
                <a:spcPts val="0"/>
              </a:spcBef>
              <a:spcAft>
                <a:spcPts val="0"/>
              </a:spcAft>
              <a:buSzPts val="1400"/>
              <a:buNone/>
            </a:pPr>
            <a:endParaRPr lang="en" dirty="0"/>
          </a:p>
          <a:p>
            <a:pPr marL="0" marR="0" lvl="0" indent="0" algn="l" rtl="0">
              <a:lnSpc>
                <a:spcPct val="115000"/>
              </a:lnSpc>
              <a:spcBef>
                <a:spcPts val="0"/>
              </a:spcBef>
              <a:spcAft>
                <a:spcPts val="0"/>
              </a:spcAft>
              <a:buSzPts val="1400"/>
              <a:buNone/>
            </a:pPr>
            <a:r>
              <a:rPr lang="en" dirty="0"/>
              <a:t>Axios is similar to Fetch used in WAD1, but we are using Axios in WAD2 because it is the recommended library for Vue.</a:t>
            </a:r>
            <a:endParaRPr dirty="0"/>
          </a:p>
          <a:p>
            <a:pPr marL="0" marR="0" lvl="0" indent="0" algn="l" rtl="0">
              <a:lnSpc>
                <a:spcPct val="115000"/>
              </a:lnSpc>
              <a:spcBef>
                <a:spcPts val="0"/>
              </a:spcBef>
              <a:spcAft>
                <a:spcPts val="0"/>
              </a:spcAft>
              <a:buSzPts val="1400"/>
              <a:buNone/>
            </a:pPr>
            <a:endParaRPr dirty="0"/>
          </a:p>
          <a:p>
            <a:pPr marL="0" marR="0" lvl="0" indent="0" algn="l" rtl="0">
              <a:lnSpc>
                <a:spcPct val="115000"/>
              </a:lnSpc>
              <a:spcBef>
                <a:spcPts val="1600"/>
              </a:spcBef>
              <a:spcAft>
                <a:spcPts val="1600"/>
              </a:spcAft>
              <a:buSzPts val="1400"/>
              <a:buNone/>
            </a:pP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23F6500A-0DDB-072A-5A07-09483FF44744}"/>
            </a:ext>
          </a:extLst>
        </p:cNvPr>
        <p:cNvGrpSpPr/>
        <p:nvPr/>
      </p:nvGrpSpPr>
      <p:grpSpPr>
        <a:xfrm>
          <a:off x="0" y="0"/>
          <a:ext cx="0" cy="0"/>
          <a:chOff x="0" y="0"/>
          <a:chExt cx="0" cy="0"/>
        </a:xfrm>
      </p:grpSpPr>
      <p:sp>
        <p:nvSpPr>
          <p:cNvPr id="163" name="Google Shape;163;p15">
            <a:extLst>
              <a:ext uri="{FF2B5EF4-FFF2-40B4-BE49-F238E27FC236}">
                <a16:creationId xmlns:a16="http://schemas.microsoft.com/office/drawing/2014/main" id="{1A187853-D4C4-F364-E9A0-FA7670C1AC65}"/>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Asynchronous Requests (2)</a:t>
            </a:r>
            <a:endParaRPr/>
          </a:p>
        </p:txBody>
      </p:sp>
      <p:sp>
        <p:nvSpPr>
          <p:cNvPr id="164" name="Google Shape;164;p15">
            <a:extLst>
              <a:ext uri="{FF2B5EF4-FFF2-40B4-BE49-F238E27FC236}">
                <a16:creationId xmlns:a16="http://schemas.microsoft.com/office/drawing/2014/main" id="{8257C4F8-E173-ACB7-FA7E-120038A77288}"/>
              </a:ext>
            </a:extLst>
          </p:cNvPr>
          <p:cNvSpPr txBox="1">
            <a:spLocks noGrp="1"/>
          </p:cNvSpPr>
          <p:nvPr>
            <p:ph type="body" idx="1"/>
          </p:nvPr>
        </p:nvSpPr>
        <p:spPr>
          <a:xfrm>
            <a:off x="311700" y="1225225"/>
            <a:ext cx="4400000" cy="3354000"/>
          </a:xfrm>
          <a:prstGeom prst="rect">
            <a:avLst/>
          </a:prstGeom>
          <a:noFill/>
          <a:ln>
            <a:noFill/>
          </a:ln>
        </p:spPr>
        <p:txBody>
          <a:bodyPr spcFirstLastPara="1" wrap="square" lIns="91425" tIns="91425" rIns="91425" bIns="91425" anchor="t" anchorCtr="0">
            <a:noAutofit/>
          </a:bodyPr>
          <a:lstStyle/>
          <a:p>
            <a:pPr marL="0" lvl="0" indent="0">
              <a:spcBef>
                <a:spcPts val="600"/>
              </a:spcBef>
              <a:buNone/>
            </a:pPr>
            <a:r>
              <a:rPr lang="en-SG"/>
              <a:t>To use Axios library, we need to install the package first. </a:t>
            </a:r>
          </a:p>
          <a:p>
            <a:pPr marL="0" lvl="0" indent="0">
              <a:spcBef>
                <a:spcPts val="600"/>
              </a:spcBef>
              <a:buNone/>
            </a:pPr>
            <a:endParaRPr lang="en-SG"/>
          </a:p>
          <a:p>
            <a:pPr marL="0" lvl="0" indent="0">
              <a:spcBef>
                <a:spcPts val="600"/>
              </a:spcBef>
              <a:buNone/>
            </a:pPr>
            <a:r>
              <a:rPr lang="en-SG"/>
              <a:t>In the terminal, run</a:t>
            </a:r>
          </a:p>
          <a:p>
            <a:pPr marL="0" lvl="0" indent="0">
              <a:spcBef>
                <a:spcPts val="600"/>
              </a:spcBef>
              <a:buNone/>
            </a:pPr>
            <a:r>
              <a:rPr lang="en-SG"/>
              <a:t>	</a:t>
            </a:r>
            <a:r>
              <a:rPr lang="en-SG" err="1">
                <a:latin typeface="Open Sans" panose="020B0606030504020204" pitchFamily="34" charset="0"/>
                <a:ea typeface="Open Sans" panose="020B0606030504020204" pitchFamily="34" charset="0"/>
                <a:cs typeface="Open Sans" panose="020B0606030504020204" pitchFamily="34" charset="0"/>
              </a:rPr>
              <a:t>pnpm</a:t>
            </a:r>
            <a:r>
              <a:rPr lang="en-SG">
                <a:latin typeface="Open Sans" panose="020B0606030504020204" pitchFamily="34" charset="0"/>
                <a:ea typeface="Open Sans" panose="020B0606030504020204" pitchFamily="34" charset="0"/>
                <a:cs typeface="Open Sans" panose="020B0606030504020204" pitchFamily="34" charset="0"/>
              </a:rPr>
              <a:t> add </a:t>
            </a:r>
            <a:r>
              <a:rPr lang="en-SG" err="1">
                <a:latin typeface="Open Sans" panose="020B0606030504020204" pitchFamily="34" charset="0"/>
                <a:ea typeface="Open Sans" panose="020B0606030504020204" pitchFamily="34" charset="0"/>
                <a:cs typeface="Open Sans" panose="020B0606030504020204" pitchFamily="34" charset="0"/>
              </a:rPr>
              <a:t>axios</a:t>
            </a:r>
            <a:endParaRPr>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15000"/>
              </a:lnSpc>
              <a:spcBef>
                <a:spcPts val="1600"/>
              </a:spcBef>
              <a:spcAft>
                <a:spcPts val="1600"/>
              </a:spcAft>
              <a:buSzPts val="1400"/>
              <a:buNone/>
            </a:pPr>
            <a:endParaRPr/>
          </a:p>
        </p:txBody>
      </p:sp>
      <p:sp>
        <p:nvSpPr>
          <p:cNvPr id="165" name="Google Shape;165;p15">
            <a:extLst>
              <a:ext uri="{FF2B5EF4-FFF2-40B4-BE49-F238E27FC236}">
                <a16:creationId xmlns:a16="http://schemas.microsoft.com/office/drawing/2014/main" id="{FCD9FCF6-2266-0E7C-E27B-90BDFD4EA1C0}"/>
              </a:ext>
            </a:extLst>
          </p:cNvPr>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endParaRPr/>
          </a:p>
          <a:p>
            <a:pPr marL="0" marR="0" lvl="0" indent="0" algn="l" rtl="0">
              <a:lnSpc>
                <a:spcPct val="115000"/>
              </a:lnSpc>
              <a:spcBef>
                <a:spcPts val="1600"/>
              </a:spcBef>
              <a:spcAft>
                <a:spcPts val="1600"/>
              </a:spcAft>
              <a:buSzPts val="1400"/>
              <a:buNone/>
            </a:pPr>
            <a:endParaRPr/>
          </a:p>
        </p:txBody>
      </p:sp>
      <p:pic>
        <p:nvPicPr>
          <p:cNvPr id="3" name="Picture 2">
            <a:extLst>
              <a:ext uri="{FF2B5EF4-FFF2-40B4-BE49-F238E27FC236}">
                <a16:creationId xmlns:a16="http://schemas.microsoft.com/office/drawing/2014/main" id="{FDC19818-832E-4B11-BB63-DF477B08505A}"/>
              </a:ext>
            </a:extLst>
          </p:cNvPr>
          <p:cNvPicPr>
            <a:picLocks noChangeAspect="1"/>
          </p:cNvPicPr>
          <p:nvPr/>
        </p:nvPicPr>
        <p:blipFill>
          <a:blip r:embed="rId3"/>
          <a:stretch>
            <a:fillRect/>
          </a:stretch>
        </p:blipFill>
        <p:spPr>
          <a:xfrm>
            <a:off x="3694541" y="2359224"/>
            <a:ext cx="4944165" cy="1086002"/>
          </a:xfrm>
          <a:prstGeom prst="rect">
            <a:avLst/>
          </a:prstGeom>
        </p:spPr>
      </p:pic>
    </p:spTree>
    <p:extLst>
      <p:ext uri="{BB962C8B-B14F-4D97-AF65-F5344CB8AC3E}">
        <p14:creationId xmlns:p14="http://schemas.microsoft.com/office/powerpoint/2010/main" val="10486569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94187F01-A4F8-BF48-7A33-BF53140851D5}"/>
            </a:ext>
          </a:extLst>
        </p:cNvPr>
        <p:cNvGrpSpPr/>
        <p:nvPr/>
      </p:nvGrpSpPr>
      <p:grpSpPr>
        <a:xfrm>
          <a:off x="0" y="0"/>
          <a:ext cx="0" cy="0"/>
          <a:chOff x="0" y="0"/>
          <a:chExt cx="0" cy="0"/>
        </a:xfrm>
      </p:grpSpPr>
      <p:sp>
        <p:nvSpPr>
          <p:cNvPr id="163" name="Google Shape;163;p15">
            <a:extLst>
              <a:ext uri="{FF2B5EF4-FFF2-40B4-BE49-F238E27FC236}">
                <a16:creationId xmlns:a16="http://schemas.microsoft.com/office/drawing/2014/main" id="{F3A2BE5C-76A4-7BBF-58DA-97F938727CF7}"/>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Axios</a:t>
            </a:r>
            <a:endParaRPr/>
          </a:p>
        </p:txBody>
      </p:sp>
      <p:sp>
        <p:nvSpPr>
          <p:cNvPr id="164" name="Google Shape;164;p15">
            <a:extLst>
              <a:ext uri="{FF2B5EF4-FFF2-40B4-BE49-F238E27FC236}">
                <a16:creationId xmlns:a16="http://schemas.microsoft.com/office/drawing/2014/main" id="{1B45E61F-79D6-3FC4-DA3D-3349DFCD57BA}"/>
              </a:ext>
            </a:extLst>
          </p:cNvPr>
          <p:cNvSpPr txBox="1">
            <a:spLocks noGrp="1"/>
          </p:cNvSpPr>
          <p:nvPr>
            <p:ph type="body" idx="1"/>
          </p:nvPr>
        </p:nvSpPr>
        <p:spPr>
          <a:xfrm>
            <a:off x="311700" y="1225225"/>
            <a:ext cx="4400000" cy="3354000"/>
          </a:xfrm>
          <a:prstGeom prst="rect">
            <a:avLst/>
          </a:prstGeom>
          <a:noFill/>
          <a:ln>
            <a:noFill/>
          </a:ln>
        </p:spPr>
        <p:txBody>
          <a:bodyPr spcFirstLastPara="1" wrap="square" lIns="91425" tIns="91425" rIns="91425" bIns="91425" anchor="t" anchorCtr="0">
            <a:noAutofit/>
          </a:bodyPr>
          <a:lstStyle/>
          <a:p>
            <a:pPr marL="0" lvl="0" indent="0">
              <a:buSzPts val="1800"/>
              <a:buNone/>
            </a:pPr>
            <a:r>
              <a:rPr lang="en-US">
                <a:hlinkClick r:id="rId3"/>
              </a:rPr>
              <a:t>Promise based API </a:t>
            </a:r>
            <a:r>
              <a:rPr lang="en-US"/>
              <a:t>for sending Asynchronous HTTP requests to backend server / REST endpoints and doing create/read/update/delete (CRUD) operations</a:t>
            </a:r>
          </a:p>
          <a:p>
            <a:pPr marL="0" lvl="0" indent="0">
              <a:spcBef>
                <a:spcPts val="1600"/>
              </a:spcBef>
              <a:buSzPts val="1800"/>
              <a:buNone/>
            </a:pPr>
            <a:r>
              <a:rPr lang="en"/>
              <a:t>Promise is an object used as a proxy for a value not yet known. </a:t>
            </a:r>
            <a:r>
              <a:rPr lang="en-US" b="1"/>
              <a:t>Recall that Promise is covered in WAD1</a:t>
            </a:r>
          </a:p>
          <a:p>
            <a:pPr marL="0" lvl="0" indent="0">
              <a:spcBef>
                <a:spcPts val="1600"/>
              </a:spcBef>
              <a:buSzPts val="1800"/>
              <a:buNone/>
            </a:pPr>
            <a:endParaRPr lang="en-US"/>
          </a:p>
          <a:p>
            <a:pPr marL="0" lvl="0" indent="0">
              <a:lnSpc>
                <a:spcPct val="100000"/>
              </a:lnSpc>
              <a:buSzPts val="1800"/>
              <a:buNone/>
            </a:pPr>
            <a:r>
              <a:rPr lang="en-US" b="1"/>
              <a:t>Basic Axios Methods:</a:t>
            </a:r>
          </a:p>
          <a:p>
            <a:pPr marL="457200" lvl="1">
              <a:lnSpc>
                <a:spcPct val="100000"/>
              </a:lnSpc>
              <a:spcBef>
                <a:spcPts val="0"/>
              </a:spcBef>
              <a:buSzPts val="1800"/>
              <a:buNone/>
            </a:pPr>
            <a:r>
              <a:rPr lang="en-US" err="1">
                <a:solidFill>
                  <a:schemeClr val="tx1"/>
                </a:solidFill>
                <a:latin typeface="Open Sans"/>
                <a:ea typeface="Open Sans"/>
                <a:cs typeface="Open Sans"/>
              </a:rPr>
              <a:t>axios.get</a:t>
            </a:r>
            <a:r>
              <a:rPr lang="en-US">
                <a:solidFill>
                  <a:schemeClr val="tx1"/>
                </a:solidFill>
                <a:latin typeface="Open Sans"/>
                <a:ea typeface="Open Sans"/>
                <a:cs typeface="Open Sans"/>
              </a:rPr>
              <a:t>(</a:t>
            </a:r>
            <a:r>
              <a:rPr lang="en-US" err="1">
                <a:solidFill>
                  <a:schemeClr val="tx1"/>
                </a:solidFill>
                <a:latin typeface="Open Sans"/>
                <a:ea typeface="Open Sans"/>
                <a:cs typeface="Open Sans"/>
              </a:rPr>
              <a:t>url</a:t>
            </a:r>
            <a:r>
              <a:rPr lang="en-US">
                <a:solidFill>
                  <a:schemeClr val="tx1"/>
                </a:solidFill>
                <a:latin typeface="Open Sans"/>
                <a:ea typeface="Open Sans"/>
                <a:cs typeface="Open Sans"/>
              </a:rPr>
              <a:t>[, config])</a:t>
            </a:r>
          </a:p>
          <a:p>
            <a:pPr marL="457200" lvl="1">
              <a:lnSpc>
                <a:spcPct val="100000"/>
              </a:lnSpc>
              <a:spcBef>
                <a:spcPts val="0"/>
              </a:spcBef>
              <a:buSzPts val="1800"/>
              <a:buNone/>
            </a:pPr>
            <a:r>
              <a:rPr lang="en-US" err="1">
                <a:solidFill>
                  <a:schemeClr val="tx1"/>
                </a:solidFill>
                <a:latin typeface="Open Sans"/>
                <a:ea typeface="Open Sans"/>
                <a:cs typeface="Open Sans"/>
              </a:rPr>
              <a:t>axios.post</a:t>
            </a:r>
            <a:r>
              <a:rPr lang="en-US">
                <a:solidFill>
                  <a:schemeClr val="tx1"/>
                </a:solidFill>
                <a:latin typeface="Open Sans"/>
                <a:ea typeface="Open Sans"/>
                <a:cs typeface="Open Sans"/>
              </a:rPr>
              <a:t>(</a:t>
            </a:r>
            <a:r>
              <a:rPr lang="en-US" err="1">
                <a:solidFill>
                  <a:schemeClr val="tx1"/>
                </a:solidFill>
                <a:latin typeface="Open Sans"/>
                <a:ea typeface="Open Sans"/>
                <a:cs typeface="Open Sans"/>
              </a:rPr>
              <a:t>url</a:t>
            </a:r>
            <a:r>
              <a:rPr lang="en-US">
                <a:solidFill>
                  <a:schemeClr val="tx1"/>
                </a:solidFill>
                <a:latin typeface="Open Sans"/>
                <a:ea typeface="Open Sans"/>
                <a:cs typeface="Open Sans"/>
              </a:rPr>
              <a:t>[, data[, config]])</a:t>
            </a:r>
          </a:p>
          <a:p>
            <a:pPr marL="457200" lvl="1">
              <a:lnSpc>
                <a:spcPct val="100000"/>
              </a:lnSpc>
              <a:spcBef>
                <a:spcPts val="0"/>
              </a:spcBef>
              <a:buSzPts val="1800"/>
              <a:buNone/>
            </a:pPr>
            <a:r>
              <a:rPr lang="en-US" err="1">
                <a:solidFill>
                  <a:schemeClr val="tx1"/>
                </a:solidFill>
                <a:latin typeface="Open Sans"/>
                <a:ea typeface="Open Sans"/>
                <a:cs typeface="Open Sans"/>
              </a:rPr>
              <a:t>axios.put</a:t>
            </a:r>
            <a:r>
              <a:rPr lang="en-US">
                <a:solidFill>
                  <a:schemeClr val="tx1"/>
                </a:solidFill>
                <a:latin typeface="Open Sans"/>
                <a:ea typeface="Open Sans"/>
                <a:cs typeface="Open Sans"/>
              </a:rPr>
              <a:t>(</a:t>
            </a:r>
            <a:r>
              <a:rPr lang="en-US" err="1">
                <a:solidFill>
                  <a:schemeClr val="tx1"/>
                </a:solidFill>
                <a:latin typeface="Open Sans"/>
                <a:ea typeface="Open Sans"/>
                <a:cs typeface="Open Sans"/>
              </a:rPr>
              <a:t>url</a:t>
            </a:r>
            <a:r>
              <a:rPr lang="en-US">
                <a:solidFill>
                  <a:schemeClr val="tx1"/>
                </a:solidFill>
                <a:latin typeface="Open Sans"/>
                <a:ea typeface="Open Sans"/>
                <a:cs typeface="Open Sans"/>
              </a:rPr>
              <a:t>[, data[, config]])</a:t>
            </a:r>
            <a:endParaRPr lang="en-US">
              <a:solidFill>
                <a:schemeClr val="tx1"/>
              </a:solidFill>
            </a:endParaRPr>
          </a:p>
          <a:p>
            <a:pPr marL="457200" lvl="1">
              <a:lnSpc>
                <a:spcPct val="100000"/>
              </a:lnSpc>
              <a:spcBef>
                <a:spcPts val="0"/>
              </a:spcBef>
              <a:buSzPts val="1800"/>
              <a:buNone/>
            </a:pPr>
            <a:r>
              <a:rPr lang="en-US" err="1">
                <a:solidFill>
                  <a:schemeClr val="tx1"/>
                </a:solidFill>
                <a:latin typeface="Open Sans"/>
                <a:ea typeface="Open Sans"/>
                <a:cs typeface="Open Sans"/>
              </a:rPr>
              <a:t>axios.delete</a:t>
            </a:r>
            <a:r>
              <a:rPr lang="en-US">
                <a:solidFill>
                  <a:schemeClr val="tx1"/>
                </a:solidFill>
                <a:latin typeface="Open Sans"/>
                <a:ea typeface="Open Sans"/>
                <a:cs typeface="Open Sans"/>
              </a:rPr>
              <a:t>(</a:t>
            </a:r>
            <a:r>
              <a:rPr lang="en-US" err="1">
                <a:solidFill>
                  <a:schemeClr val="tx1"/>
                </a:solidFill>
                <a:latin typeface="Open Sans"/>
                <a:ea typeface="Open Sans"/>
                <a:cs typeface="Open Sans"/>
              </a:rPr>
              <a:t>url</a:t>
            </a:r>
            <a:r>
              <a:rPr lang="en-US">
                <a:solidFill>
                  <a:schemeClr val="tx1"/>
                </a:solidFill>
                <a:latin typeface="Open Sans"/>
                <a:ea typeface="Open Sans"/>
                <a:cs typeface="Open Sans"/>
              </a:rPr>
              <a:t>[, data[, config]])</a:t>
            </a:r>
            <a:endParaRPr lang="en-US">
              <a:solidFill>
                <a:schemeClr val="tx1"/>
              </a:solidFill>
              <a:ea typeface="Open Sans"/>
            </a:endParaRPr>
          </a:p>
          <a:p>
            <a:pPr marL="0" indent="0">
              <a:lnSpc>
                <a:spcPct val="100000"/>
              </a:lnSpc>
              <a:buSzPts val="1800"/>
              <a:buNone/>
            </a:pPr>
            <a:endParaRPr lang="en-US">
              <a:solidFill>
                <a:schemeClr val="tx1"/>
              </a:solidFill>
              <a:latin typeface="Open Sans"/>
              <a:ea typeface="Open Sans"/>
              <a:cs typeface="Open Sans"/>
            </a:endParaRPr>
          </a:p>
          <a:p>
            <a:pPr marL="0" indent="0">
              <a:lnSpc>
                <a:spcPct val="100000"/>
              </a:lnSpc>
              <a:buSzPts val="1800"/>
              <a:buNone/>
            </a:pPr>
            <a:r>
              <a:rPr lang="en-US">
                <a:solidFill>
                  <a:schemeClr val="tx1"/>
                </a:solidFill>
                <a:latin typeface="Open Sans"/>
                <a:ea typeface="Open Sans"/>
                <a:cs typeface="Open Sans"/>
              </a:rPr>
              <a:t> </a:t>
            </a:r>
          </a:p>
          <a:p>
            <a:pPr marL="0" marR="0" lvl="0" indent="0" algn="l" rtl="0">
              <a:lnSpc>
                <a:spcPct val="115000"/>
              </a:lnSpc>
              <a:spcBef>
                <a:spcPts val="1600"/>
              </a:spcBef>
              <a:spcAft>
                <a:spcPts val="1600"/>
              </a:spcAft>
              <a:buSzPts val="1400"/>
              <a:buNone/>
            </a:pPr>
            <a:endParaRPr/>
          </a:p>
        </p:txBody>
      </p:sp>
      <p:sp>
        <p:nvSpPr>
          <p:cNvPr id="165" name="Google Shape;165;p15">
            <a:extLst>
              <a:ext uri="{FF2B5EF4-FFF2-40B4-BE49-F238E27FC236}">
                <a16:creationId xmlns:a16="http://schemas.microsoft.com/office/drawing/2014/main" id="{1AE709A1-01D7-7028-8B77-331088058B43}"/>
              </a:ext>
            </a:extLst>
          </p:cNvPr>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139700" indent="0">
              <a:buNone/>
            </a:pPr>
            <a:r>
              <a:rPr lang="en-US" b="1"/>
              <a:t>Axios Response Object</a:t>
            </a:r>
          </a:p>
          <a:p>
            <a:pPr marL="609600" lvl="1" indent="0">
              <a:spcBef>
                <a:spcPts val="0"/>
              </a:spcBef>
              <a:buNone/>
            </a:pPr>
            <a:r>
              <a:rPr lang="en-US"/>
              <a:t>After sending an async. request, server returns a response.</a:t>
            </a:r>
          </a:p>
          <a:p>
            <a:pPr marL="609600" lvl="1" indent="0">
              <a:spcBef>
                <a:spcPts val="0"/>
              </a:spcBef>
              <a:buNone/>
            </a:pPr>
            <a:endParaRPr lang="en-US"/>
          </a:p>
          <a:p>
            <a:pPr marL="609600" lvl="1" indent="0">
              <a:spcBef>
                <a:spcPts val="0"/>
              </a:spcBef>
              <a:buNone/>
            </a:pPr>
            <a:r>
              <a:rPr lang="en-US"/>
              <a:t>Axios response object consists of:</a:t>
            </a:r>
          </a:p>
          <a:p>
            <a:pPr marL="1066800" lvl="2" indent="0">
              <a:spcBef>
                <a:spcPts val="0"/>
              </a:spcBef>
              <a:buNone/>
            </a:pPr>
            <a:r>
              <a:rPr lang="en-US"/>
              <a:t>data / payload: text, JSON, XML, etc.</a:t>
            </a:r>
          </a:p>
          <a:p>
            <a:pPr marL="1066800" lvl="2" indent="0">
              <a:spcBef>
                <a:spcPts val="0"/>
              </a:spcBef>
              <a:buNone/>
            </a:pPr>
            <a:endParaRPr lang="en-US"/>
          </a:p>
          <a:p>
            <a:pPr marL="1066800" lvl="2" indent="0">
              <a:spcBef>
                <a:spcPts val="0"/>
              </a:spcBef>
              <a:buNone/>
            </a:pPr>
            <a:r>
              <a:rPr lang="en-US"/>
              <a:t>Status: HTTP code (2xx, 3xx, 4xx) </a:t>
            </a:r>
          </a:p>
          <a:p>
            <a:pPr marL="1066800" lvl="2" indent="0">
              <a:spcBef>
                <a:spcPts val="0"/>
              </a:spcBef>
              <a:buNone/>
            </a:pPr>
            <a:endParaRPr lang="en-US"/>
          </a:p>
          <a:p>
            <a:pPr marL="1066800" lvl="2" indent="0">
              <a:spcBef>
                <a:spcPts val="0"/>
              </a:spcBef>
              <a:buNone/>
            </a:pPr>
            <a:r>
              <a:rPr lang="en-US" err="1"/>
              <a:t>statusText</a:t>
            </a:r>
            <a:r>
              <a:rPr lang="en-US"/>
              <a:t>: HTTP status message (‘OK’, ‘Moved Permanently’, ‘Client Error’)</a:t>
            </a:r>
          </a:p>
          <a:p>
            <a:pPr marL="1066800" lvl="2" indent="0">
              <a:spcBef>
                <a:spcPts val="0"/>
              </a:spcBef>
              <a:buNone/>
            </a:pPr>
            <a:endParaRPr lang="en-US"/>
          </a:p>
          <a:p>
            <a:pPr marL="1066800" lvl="2" indent="0">
              <a:spcBef>
                <a:spcPts val="0"/>
              </a:spcBef>
              <a:buNone/>
            </a:pPr>
            <a:r>
              <a:rPr lang="en-US"/>
              <a:t>headers: information about the response, e.g. content type, cookies, etc. </a:t>
            </a:r>
          </a:p>
          <a:p>
            <a:pPr marL="114300" indent="0">
              <a:buNone/>
            </a:pPr>
            <a:endParaRPr lang="en-US">
              <a:solidFill>
                <a:schemeClr val="tx1"/>
              </a:solidFill>
            </a:endParaRPr>
          </a:p>
          <a:p>
            <a:pPr marL="285750" indent="-285750"/>
            <a:endParaRPr/>
          </a:p>
          <a:p>
            <a:pPr marL="0" marR="0" lvl="0" indent="0" algn="l" rtl="0">
              <a:lnSpc>
                <a:spcPct val="115000"/>
              </a:lnSpc>
              <a:spcBef>
                <a:spcPts val="1600"/>
              </a:spcBef>
              <a:spcAft>
                <a:spcPts val="1600"/>
              </a:spcAft>
              <a:buSzPts val="1400"/>
              <a:buNone/>
            </a:pPr>
            <a:endParaRPr/>
          </a:p>
        </p:txBody>
      </p:sp>
    </p:spTree>
    <p:extLst>
      <p:ext uri="{BB962C8B-B14F-4D97-AF65-F5344CB8AC3E}">
        <p14:creationId xmlns:p14="http://schemas.microsoft.com/office/powerpoint/2010/main" val="35418007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dirty="0"/>
              <a:t>(non-examinable) then() and catch() </a:t>
            </a:r>
            <a:endParaRPr sz="2800" dirty="0"/>
          </a:p>
        </p:txBody>
      </p:sp>
      <p:sp>
        <p:nvSpPr>
          <p:cNvPr id="117" name="Google Shape;117;p21"/>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dirty="0"/>
              <a:t>Given a Promise object x,</a:t>
            </a: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r>
              <a:rPr lang="en" dirty="0" err="1"/>
              <a:t>x.then</a:t>
            </a:r>
            <a:r>
              <a:rPr lang="en" dirty="0"/>
              <a:t>(</a:t>
            </a:r>
            <a:r>
              <a:rPr lang="en" dirty="0" err="1"/>
              <a:t>fn</a:t>
            </a:r>
            <a:r>
              <a:rPr lang="en" dirty="0"/>
              <a:t>) executes the function </a:t>
            </a:r>
            <a:r>
              <a:rPr lang="en" dirty="0" err="1"/>
              <a:t>fn</a:t>
            </a:r>
            <a:r>
              <a:rPr lang="en" dirty="0"/>
              <a:t> if the x is in a fulfilled state. </a:t>
            </a: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r>
              <a:rPr lang="en" dirty="0" err="1"/>
              <a:t>x.catch</a:t>
            </a:r>
            <a:r>
              <a:rPr lang="en" dirty="0"/>
              <a:t>(</a:t>
            </a:r>
            <a:r>
              <a:rPr lang="en" dirty="0" err="1"/>
              <a:t>fn</a:t>
            </a:r>
            <a:r>
              <a:rPr lang="en" dirty="0"/>
              <a:t>) execute the function </a:t>
            </a:r>
            <a:r>
              <a:rPr lang="en" dirty="0" err="1"/>
              <a:t>fn</a:t>
            </a:r>
            <a:r>
              <a:rPr lang="en" dirty="0"/>
              <a:t> if x is in a rejected state.</a:t>
            </a:r>
            <a:endParaRPr dirty="0"/>
          </a:p>
          <a:p>
            <a:pPr marL="0" marR="0" lvl="0" indent="0" algn="l" rtl="0">
              <a:lnSpc>
                <a:spcPct val="115000"/>
              </a:lnSpc>
              <a:spcBef>
                <a:spcPts val="0"/>
              </a:spcBef>
              <a:spcAft>
                <a:spcPts val="0"/>
              </a:spcAft>
              <a:buNone/>
            </a:pPr>
            <a:endParaRPr dirty="0"/>
          </a:p>
        </p:txBody>
      </p:sp>
      <p:sp>
        <p:nvSpPr>
          <p:cNvPr id="118" name="Google Shape;118;p21"/>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Example</a:t>
            </a:r>
            <a:endParaRPr i="1" dirty="0"/>
          </a:p>
          <a:p>
            <a:pPr marL="0" marR="0" lvl="0" indent="0" algn="l" rtl="0">
              <a:lnSpc>
                <a:spcPct val="115000"/>
              </a:lnSpc>
              <a:spcBef>
                <a:spcPts val="1600"/>
              </a:spcBef>
              <a:spcAft>
                <a:spcPts val="0"/>
              </a:spcAft>
              <a:buNone/>
            </a:pPr>
            <a:r>
              <a:rPr lang="en" dirty="0"/>
              <a:t>//returns a promise</a:t>
            </a:r>
            <a:endParaRPr dirty="0"/>
          </a:p>
          <a:p>
            <a:pPr marL="0" marR="0" lvl="0" indent="0" algn="l" rtl="0">
              <a:lnSpc>
                <a:spcPct val="115000"/>
              </a:lnSpc>
              <a:spcBef>
                <a:spcPts val="0"/>
              </a:spcBef>
              <a:spcAft>
                <a:spcPts val="0"/>
              </a:spcAft>
              <a:buNone/>
            </a:pPr>
            <a:r>
              <a:rPr lang="en" dirty="0" err="1"/>
              <a:t>axios.get</a:t>
            </a:r>
            <a:r>
              <a:rPr lang="en" dirty="0"/>
              <a:t>('http://</a:t>
            </a:r>
            <a:r>
              <a:rPr lang="en" dirty="0" err="1"/>
              <a:t>api.adviceslip.com</a:t>
            </a:r>
            <a:r>
              <a:rPr lang="en" dirty="0"/>
              <a:t>/advice') </a:t>
            </a:r>
            <a:endParaRPr dirty="0"/>
          </a:p>
          <a:p>
            <a:pPr marL="0" marR="0" lvl="0" indent="0" algn="l" rtl="0">
              <a:lnSpc>
                <a:spcPct val="115000"/>
              </a:lnSpc>
              <a:spcBef>
                <a:spcPts val="0"/>
              </a:spcBef>
              <a:spcAft>
                <a:spcPts val="0"/>
              </a:spcAft>
              <a:buNone/>
            </a:pPr>
            <a:r>
              <a:rPr lang="en" dirty="0"/>
              <a:t>//call then to handle the good case</a:t>
            </a:r>
            <a:endParaRPr dirty="0"/>
          </a:p>
          <a:p>
            <a:pPr marL="0" marR="0" lvl="0" indent="0" algn="l" rtl="0">
              <a:lnSpc>
                <a:spcPct val="115000"/>
              </a:lnSpc>
              <a:spcBef>
                <a:spcPts val="0"/>
              </a:spcBef>
              <a:spcAft>
                <a:spcPts val="0"/>
              </a:spcAft>
              <a:buNone/>
            </a:pPr>
            <a:r>
              <a:rPr lang="en" dirty="0"/>
              <a:t>.then(response =&gt; {</a:t>
            </a:r>
            <a:endParaRPr dirty="0"/>
          </a:p>
          <a:p>
            <a:pPr marL="0" marR="0" lvl="0" indent="0" algn="l" rtl="0">
              <a:lnSpc>
                <a:spcPct val="115000"/>
              </a:lnSpc>
              <a:spcBef>
                <a:spcPts val="0"/>
              </a:spcBef>
              <a:spcAft>
                <a:spcPts val="0"/>
              </a:spcAft>
              <a:buNone/>
            </a:pPr>
            <a:r>
              <a:rPr lang="en" dirty="0"/>
              <a:t>              </a:t>
            </a:r>
            <a:r>
              <a:rPr lang="en" dirty="0" err="1"/>
              <a:t>console.log</a:t>
            </a:r>
            <a:r>
              <a:rPr lang="en" dirty="0"/>
              <a:t>(</a:t>
            </a:r>
            <a:r>
              <a:rPr lang="en" dirty="0" err="1"/>
              <a:t>response.data.slip.advice</a:t>
            </a:r>
            <a:r>
              <a:rPr lang="en" dirty="0"/>
              <a:t>)</a:t>
            </a:r>
            <a:endParaRPr dirty="0"/>
          </a:p>
          <a:p>
            <a:pPr marL="0" marR="0" lvl="0" indent="0" algn="l" rtl="0">
              <a:lnSpc>
                <a:spcPct val="115000"/>
              </a:lnSpc>
              <a:spcBef>
                <a:spcPts val="0"/>
              </a:spcBef>
              <a:spcAft>
                <a:spcPts val="0"/>
              </a:spcAft>
              <a:buNone/>
            </a:pPr>
            <a:r>
              <a:rPr lang="en" dirty="0"/>
              <a:t>           })</a:t>
            </a:r>
            <a:endParaRPr dirty="0"/>
          </a:p>
          <a:p>
            <a:pPr marL="0" marR="0" lvl="0" indent="0" algn="l" rtl="0">
              <a:lnSpc>
                <a:spcPct val="115000"/>
              </a:lnSpc>
              <a:spcBef>
                <a:spcPts val="0"/>
              </a:spcBef>
              <a:spcAft>
                <a:spcPts val="0"/>
              </a:spcAft>
              <a:buNone/>
            </a:pPr>
            <a:r>
              <a:rPr lang="en" dirty="0"/>
              <a:t>//call catch to handle the bad case</a:t>
            </a:r>
            <a:endParaRPr dirty="0"/>
          </a:p>
          <a:p>
            <a:pPr marL="0" marR="0" lvl="0" indent="0" algn="l" rtl="0">
              <a:lnSpc>
                <a:spcPct val="115000"/>
              </a:lnSpc>
              <a:spcBef>
                <a:spcPts val="0"/>
              </a:spcBef>
              <a:spcAft>
                <a:spcPts val="0"/>
              </a:spcAft>
              <a:buNone/>
            </a:pPr>
            <a:r>
              <a:rPr lang="en" dirty="0"/>
              <a:t>.catch(error =&gt; { </a:t>
            </a:r>
            <a:endParaRPr dirty="0"/>
          </a:p>
          <a:p>
            <a:pPr marL="0" marR="0" lvl="0" indent="0" algn="l" rtl="0">
              <a:lnSpc>
                <a:spcPct val="115000"/>
              </a:lnSpc>
              <a:spcBef>
                <a:spcPts val="0"/>
              </a:spcBef>
              <a:spcAft>
                <a:spcPts val="0"/>
              </a:spcAft>
              <a:buNone/>
            </a:pPr>
            <a:r>
              <a:rPr lang="en" dirty="0"/>
              <a:t>              </a:t>
            </a:r>
            <a:r>
              <a:rPr lang="en" dirty="0" err="1"/>
              <a:t>console.log</a:t>
            </a:r>
            <a:r>
              <a:rPr lang="en" dirty="0"/>
              <a:t>(</a:t>
            </a:r>
            <a:r>
              <a:rPr lang="en" dirty="0" err="1"/>
              <a:t>error.message</a:t>
            </a:r>
            <a:r>
              <a:rPr lang="en" dirty="0"/>
              <a:t>)</a:t>
            </a:r>
            <a:endParaRPr dirty="0"/>
          </a:p>
          <a:p>
            <a:pPr marL="0" marR="0" lvl="0" indent="0" algn="l" rtl="0">
              <a:lnSpc>
                <a:spcPct val="115000"/>
              </a:lnSpc>
              <a:spcBef>
                <a:spcPts val="0"/>
              </a:spcBef>
              <a:spcAft>
                <a:spcPts val="0"/>
              </a:spcAft>
              <a:buNone/>
            </a:pPr>
            <a:r>
              <a:rPr lang="en" dirty="0"/>
              <a:t>           })</a:t>
            </a:r>
            <a:endParaRPr sz="1050" dirty="0">
              <a:solidFill>
                <a:srgbClr val="D4D4D4"/>
              </a:solidFill>
              <a:highlight>
                <a:srgbClr val="1E1E1E"/>
              </a:highlight>
              <a:latin typeface="Consolas"/>
              <a:ea typeface="Consolas"/>
              <a:cs typeface="Consolas"/>
              <a:sym typeface="Consolas"/>
            </a:endParaRPr>
          </a:p>
          <a:p>
            <a:pPr marL="0" marR="0" lvl="0" indent="0" algn="l" rtl="0">
              <a:lnSpc>
                <a:spcPct val="115000"/>
              </a:lnSpc>
              <a:spcBef>
                <a:spcPts val="0"/>
              </a:spcBef>
              <a:spcAft>
                <a:spcPts val="0"/>
              </a:spcAft>
              <a:buNone/>
            </a:pP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AD958D5E-43D8-4B12-58C1-FDF772650373}"/>
            </a:ext>
          </a:extLst>
        </p:cNvPr>
        <p:cNvGrpSpPr/>
        <p:nvPr/>
      </p:nvGrpSpPr>
      <p:grpSpPr>
        <a:xfrm>
          <a:off x="0" y="0"/>
          <a:ext cx="0" cy="0"/>
          <a:chOff x="0" y="0"/>
          <a:chExt cx="0" cy="0"/>
        </a:xfrm>
      </p:grpSpPr>
      <p:sp>
        <p:nvSpPr>
          <p:cNvPr id="132" name="Google Shape;132;p11">
            <a:extLst>
              <a:ext uri="{FF2B5EF4-FFF2-40B4-BE49-F238E27FC236}">
                <a16:creationId xmlns:a16="http://schemas.microsoft.com/office/drawing/2014/main" id="{1F0EEA98-49C6-7A26-0689-923AFEFFE196}"/>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lvl="0"/>
            <a:r>
              <a:rPr lang="en" sz="2800" dirty="0"/>
              <a:t>(non-examinable) </a:t>
            </a:r>
            <a:r>
              <a:rPr lang="en-US" sz="2800" dirty="0"/>
              <a:t>.then .catch</a:t>
            </a:r>
            <a:endParaRPr sz="2800" dirty="0"/>
          </a:p>
        </p:txBody>
      </p:sp>
      <p:sp>
        <p:nvSpPr>
          <p:cNvPr id="42" name="Google Shape;173;g36a222053df_0_104">
            <a:extLst>
              <a:ext uri="{FF2B5EF4-FFF2-40B4-BE49-F238E27FC236}">
                <a16:creationId xmlns:a16="http://schemas.microsoft.com/office/drawing/2014/main" id="{923E830E-8FB1-D5FE-8FB3-A8BE7EB3E6F0}"/>
              </a:ext>
            </a:extLst>
          </p:cNvPr>
          <p:cNvSpPr txBox="1"/>
          <p:nvPr/>
        </p:nvSpPr>
        <p:spPr>
          <a:xfrm>
            <a:off x="2489100" y="1147225"/>
            <a:ext cx="6343200" cy="2082900"/>
          </a:xfrm>
          <a:prstGeom prst="rect">
            <a:avLst/>
          </a:prstGeom>
          <a:noFill/>
          <a:ln w="9525" cap="flat" cmpd="sng">
            <a:solidFill>
              <a:srgbClr val="4472C4"/>
            </a:solidFill>
            <a:prstDash val="solid"/>
            <a:round/>
            <a:headEnd type="none" w="sm" len="sm"/>
            <a:tailEnd type="none" w="sm" len="sm"/>
          </a:ln>
        </p:spPr>
        <p:txBody>
          <a:bodyPr spcFirstLastPara="1" wrap="square" lIns="91425" tIns="91425" rIns="91425" bIns="91425" anchor="t" anchorCtr="0">
            <a:noAutofit/>
          </a:bodyPr>
          <a:lstStyle/>
          <a:p>
            <a:pPr marL="0" marR="0" lvl="0" indent="0" defTabSz="914400" eaLnBrk="1" fontAlgn="auto" latinLnBrk="0" hangingPunct="1">
              <a:lnSpc>
                <a:spcPct val="100000"/>
              </a:lnSpc>
              <a:spcBef>
                <a:spcPts val="0"/>
              </a:spcBef>
              <a:spcAft>
                <a:spcPts val="0"/>
              </a:spcAft>
              <a:buClrTx/>
              <a:buSzPts val="1400"/>
              <a:buFontTx/>
              <a:buNone/>
              <a:tabLst/>
              <a:defRPr/>
            </a:pPr>
            <a:r>
              <a:rPr kumimoji="0" lang="en-US"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const </a:t>
            </a:r>
            <a:r>
              <a:rPr kumimoji="0" lang="en-US" b="0" i="0" u="none" strike="noStrike" kern="0" cap="none" spc="0" normalizeH="0" baseline="0" noProof="0" dirty="0" err="1">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fetchPromise</a:t>
            </a:r>
            <a:r>
              <a:rPr kumimoji="0" lang="en-US"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 = await </a:t>
            </a:r>
            <a:r>
              <a:rPr lang="en-US" b="1" dirty="0" err="1">
                <a:solidFill>
                  <a:srgbClr val="0000FF"/>
                </a:solidFill>
                <a:latin typeface="Open Sans" panose="020B0606030504020204" pitchFamily="34" charset="0"/>
                <a:ea typeface="Open Sans" panose="020B0606030504020204" pitchFamily="34" charset="0"/>
                <a:cs typeface="Open Sans" panose="020B0606030504020204" pitchFamily="34" charset="0"/>
                <a:sym typeface="Roboto Mono"/>
              </a:rPr>
              <a:t>axios.get</a:t>
            </a:r>
            <a:r>
              <a:rPr kumimoji="0" lang="en-US"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("https://</a:t>
            </a:r>
            <a:r>
              <a:rPr kumimoji="0" lang="en-US" b="0" i="0" u="none" strike="noStrike" kern="0" cap="none" spc="0" normalizeH="0" baseline="0" noProof="0" dirty="0" err="1">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api.adviceslip.com</a:t>
            </a:r>
            <a:r>
              <a:rPr kumimoji="0" lang="en-US"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/advice");</a:t>
            </a:r>
            <a:endParaRPr kumimoji="0"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endParaRPr>
          </a:p>
          <a:p>
            <a:pPr marL="0" marR="0" lvl="0" indent="0" defTabSz="914400" eaLnBrk="1" fontAlgn="auto" latinLnBrk="0" hangingPunct="1">
              <a:lnSpc>
                <a:spcPct val="100000"/>
              </a:lnSpc>
              <a:spcBef>
                <a:spcPts val="0"/>
              </a:spcBef>
              <a:spcAft>
                <a:spcPts val="0"/>
              </a:spcAft>
              <a:buClrTx/>
              <a:buSzPts val="1400"/>
              <a:buFontTx/>
              <a:buNone/>
              <a:tabLst/>
              <a:defRPr/>
            </a:pPr>
            <a:endParaRPr kumimoji="0"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endParaRPr>
          </a:p>
          <a:p>
            <a:pPr marL="0" marR="0" lvl="0" indent="0" defTabSz="914400" eaLnBrk="1" fontAlgn="auto" latinLnBrk="0" hangingPunct="1">
              <a:lnSpc>
                <a:spcPct val="100000"/>
              </a:lnSpc>
              <a:spcBef>
                <a:spcPts val="0"/>
              </a:spcBef>
              <a:spcAft>
                <a:spcPts val="0"/>
              </a:spcAft>
              <a:buClrTx/>
              <a:buSzPts val="1400"/>
              <a:buFontTx/>
              <a:buNone/>
              <a:tabLst/>
              <a:defRPr/>
            </a:pPr>
            <a:r>
              <a:rPr kumimoji="0" lang="en-US" b="0" i="0" u="none" strike="noStrike" kern="0" cap="none" spc="0" normalizeH="0" baseline="0" noProof="0" dirty="0" err="1">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fetchPromise</a:t>
            </a:r>
            <a:endParaRPr kumimoji="0"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endParaRPr>
          </a:p>
          <a:p>
            <a:pPr marL="0" marR="0" lvl="0" indent="0" defTabSz="914400" eaLnBrk="1" fontAlgn="auto" latinLnBrk="0" hangingPunct="1">
              <a:lnSpc>
                <a:spcPct val="100000"/>
              </a:lnSpc>
              <a:spcBef>
                <a:spcPts val="0"/>
              </a:spcBef>
              <a:spcAft>
                <a:spcPts val="0"/>
              </a:spcAft>
              <a:buClrTx/>
              <a:buSzPts val="1400"/>
              <a:buFontTx/>
              <a:buNone/>
              <a:tabLst/>
              <a:defRPr/>
            </a:pPr>
            <a:r>
              <a:rPr kumimoji="0" lang="en-US"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 </a:t>
            </a:r>
            <a:r>
              <a:rPr kumimoji="0" lang="en-US" b="1" i="0" u="none" strike="noStrike" kern="0" cap="none" spc="0" normalizeH="0" baseline="0" noProof="0" dirty="0">
                <a:ln>
                  <a:noFill/>
                </a:ln>
                <a:solidFill>
                  <a:srgbClr val="0000FF"/>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.then</a:t>
            </a:r>
            <a:r>
              <a:rPr kumimoji="0" lang="en-US"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((response) =&gt; {</a:t>
            </a:r>
            <a:endParaRPr kumimoji="0"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endParaRPr>
          </a:p>
          <a:p>
            <a:pPr marL="0" marR="0" lvl="0" indent="0" defTabSz="914400" eaLnBrk="1" fontAlgn="auto" latinLnBrk="0" hangingPunct="1">
              <a:lnSpc>
                <a:spcPct val="100000"/>
              </a:lnSpc>
              <a:spcBef>
                <a:spcPts val="0"/>
              </a:spcBef>
              <a:spcAft>
                <a:spcPts val="0"/>
              </a:spcAft>
              <a:buClrTx/>
              <a:buSzPts val="1400"/>
              <a:buFontTx/>
              <a:buNone/>
              <a:tabLst/>
              <a:defRPr/>
            </a:pPr>
            <a:r>
              <a:rPr kumimoji="0" lang="en-US"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    </a:t>
            </a:r>
            <a:r>
              <a:rPr kumimoji="0" lang="en-US" b="0" i="0" u="none" strike="noStrike" kern="0" cap="none" spc="0" normalizeH="0" baseline="0" noProof="0" dirty="0" err="1">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console.log</a:t>
            </a:r>
            <a:r>
              <a:rPr kumimoji="0" lang="en-US"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(`Received response: ${</a:t>
            </a:r>
            <a:r>
              <a:rPr kumimoji="0" lang="en-US" b="0" i="0" u="none" strike="noStrike" kern="0" cap="none" spc="0" normalizeH="0" baseline="0" noProof="0" dirty="0" err="1">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response.status</a:t>
            </a:r>
            <a:r>
              <a:rPr kumimoji="0" lang="en-US"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a:t>
            </a:r>
            <a:endParaRPr kumimoji="0"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endParaRPr>
          </a:p>
          <a:p>
            <a:pPr marL="0" marR="0" lvl="0" indent="0" defTabSz="914400" eaLnBrk="1" fontAlgn="auto" latinLnBrk="0" hangingPunct="1">
              <a:lnSpc>
                <a:spcPct val="100000"/>
              </a:lnSpc>
              <a:spcBef>
                <a:spcPts val="0"/>
              </a:spcBef>
              <a:spcAft>
                <a:spcPts val="0"/>
              </a:spcAft>
              <a:buClrTx/>
              <a:buSzPts val="1400"/>
              <a:buFontTx/>
              <a:buNone/>
              <a:tabLst/>
              <a:defRPr/>
            </a:pPr>
            <a:r>
              <a:rPr kumimoji="0" lang="en-US"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  })</a:t>
            </a:r>
            <a:endParaRPr kumimoji="0"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endParaRPr>
          </a:p>
          <a:p>
            <a:pPr marL="0" marR="0" lvl="0" indent="0" defTabSz="914400" eaLnBrk="1" fontAlgn="auto" latinLnBrk="0" hangingPunct="1">
              <a:lnSpc>
                <a:spcPct val="100000"/>
              </a:lnSpc>
              <a:spcBef>
                <a:spcPts val="0"/>
              </a:spcBef>
              <a:spcAft>
                <a:spcPts val="0"/>
              </a:spcAft>
              <a:buClrTx/>
              <a:buSzPts val="1400"/>
              <a:buFontTx/>
              <a:buNone/>
              <a:tabLst/>
              <a:defRPr/>
            </a:pPr>
            <a:r>
              <a:rPr kumimoji="0" lang="en-US"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 </a:t>
            </a:r>
            <a:r>
              <a:rPr kumimoji="0" lang="en-US" b="1" i="0" u="none" strike="noStrike" kern="0" cap="none" spc="0" normalizeH="0" baseline="0" noProof="0" dirty="0">
                <a:ln>
                  <a:noFill/>
                </a:ln>
                <a:solidFill>
                  <a:srgbClr val="0000FF"/>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.catch</a:t>
            </a:r>
            <a:r>
              <a:rPr kumimoji="0" lang="en-US"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((error) =&gt; {</a:t>
            </a:r>
            <a:endParaRPr kumimoji="0"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endParaRPr>
          </a:p>
          <a:p>
            <a:pPr marL="0" marR="0" lvl="0" indent="0" defTabSz="914400" eaLnBrk="1" fontAlgn="auto" latinLnBrk="0" hangingPunct="1">
              <a:lnSpc>
                <a:spcPct val="100000"/>
              </a:lnSpc>
              <a:spcBef>
                <a:spcPts val="0"/>
              </a:spcBef>
              <a:spcAft>
                <a:spcPts val="0"/>
              </a:spcAft>
              <a:buClrTx/>
              <a:buSzPts val="1400"/>
              <a:buFontTx/>
              <a:buNone/>
              <a:tabLst/>
              <a:defRPr/>
            </a:pPr>
            <a:r>
              <a:rPr kumimoji="0" lang="en-US"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    </a:t>
            </a:r>
            <a:r>
              <a:rPr kumimoji="0" lang="en-US" b="0" i="0" u="none" strike="noStrike" kern="0" cap="none" spc="0" normalizeH="0" baseline="0" noProof="0" dirty="0" err="1">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console.error</a:t>
            </a:r>
            <a:r>
              <a:rPr kumimoji="0" lang="en-US"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(`Fetch error: ${error}`);</a:t>
            </a:r>
            <a:endParaRPr kumimoji="0"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endParaRPr>
          </a:p>
          <a:p>
            <a:pPr marL="0" marR="0" lvl="0" indent="0" defTabSz="914400" eaLnBrk="1" fontAlgn="auto" latinLnBrk="0" hangingPunct="1">
              <a:lnSpc>
                <a:spcPct val="100000"/>
              </a:lnSpc>
              <a:spcBef>
                <a:spcPts val="0"/>
              </a:spcBef>
              <a:spcAft>
                <a:spcPts val="0"/>
              </a:spcAft>
              <a:buClrTx/>
              <a:buSzPts val="1400"/>
              <a:buFontTx/>
              <a:buNone/>
              <a:tabLst/>
              <a:defRPr/>
            </a:pPr>
            <a:r>
              <a:rPr kumimoji="0" lang="en-US"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  });</a:t>
            </a:r>
          </a:p>
          <a:p>
            <a:pPr marL="0" marR="0" lvl="0" indent="0" defTabSz="914400" eaLnBrk="1" fontAlgn="auto" latinLnBrk="0" hangingPunct="1">
              <a:lnSpc>
                <a:spcPct val="100000"/>
              </a:lnSpc>
              <a:spcBef>
                <a:spcPts val="0"/>
              </a:spcBef>
              <a:spcAft>
                <a:spcPts val="0"/>
              </a:spcAft>
              <a:buClrTx/>
              <a:buSzPts val="1400"/>
              <a:buFontTx/>
              <a:buNone/>
              <a:tabLst/>
              <a:defRPr/>
            </a:pPr>
            <a:endParaRPr kumimoji="0" lang="en-US"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endParaRPr>
          </a:p>
          <a:p>
            <a:pPr marL="0" marR="0" lvl="0" indent="0" defTabSz="914400" eaLnBrk="1" fontAlgn="auto" latinLnBrk="0" hangingPunct="1">
              <a:lnSpc>
                <a:spcPct val="100000"/>
              </a:lnSpc>
              <a:spcBef>
                <a:spcPts val="0"/>
              </a:spcBef>
              <a:spcAft>
                <a:spcPts val="0"/>
              </a:spcAft>
              <a:buClrTx/>
              <a:buSzPts val="1400"/>
              <a:buFontTx/>
              <a:buNone/>
              <a:tabLst/>
              <a:defRPr/>
            </a:pPr>
            <a:r>
              <a:rPr kumimoji="0" lang="en-US" b="0" i="0" u="none" strike="noStrike" kern="0" cap="none" spc="0" normalizeH="0" baseline="0" noProof="0" dirty="0" err="1">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Console.log</a:t>
            </a:r>
            <a:r>
              <a:rPr kumimoji="0" lang="en-US"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rPr>
              <a:t>(‘apple’)</a:t>
            </a:r>
            <a:endParaRPr kumimoji="0"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endParaRPr>
          </a:p>
          <a:p>
            <a:pPr marL="0" marR="0" lvl="0" indent="0" defTabSz="914400" eaLnBrk="1" fontAlgn="auto" latinLnBrk="0" hangingPunct="1">
              <a:lnSpc>
                <a:spcPct val="100000"/>
              </a:lnSpc>
              <a:spcBef>
                <a:spcPts val="0"/>
              </a:spcBef>
              <a:spcAft>
                <a:spcPts val="0"/>
              </a:spcAft>
              <a:buClrTx/>
              <a:buSzPts val="1400"/>
              <a:buFontTx/>
              <a:buNone/>
              <a:tabLst/>
              <a:defRPr/>
            </a:pPr>
            <a:endParaRPr kumimoji="0"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endParaRPr>
          </a:p>
          <a:p>
            <a:pPr marL="0" marR="0" lvl="0" indent="0" defTabSz="914400" eaLnBrk="1" fontAlgn="auto" latinLnBrk="0" hangingPunct="1">
              <a:lnSpc>
                <a:spcPct val="100000"/>
              </a:lnSpc>
              <a:spcBef>
                <a:spcPts val="0"/>
              </a:spcBef>
              <a:spcAft>
                <a:spcPts val="0"/>
              </a:spcAft>
              <a:buClrTx/>
              <a:buSzPts val="1400"/>
              <a:buFontTx/>
              <a:buNone/>
              <a:tabLst/>
              <a:defRPr/>
            </a:pPr>
            <a:endParaRPr kumimoji="0" b="0" i="0" u="none" strike="noStrike" kern="0" cap="none" spc="0" normalizeH="0" baseline="0" noProof="0" dirty="0">
              <a:ln>
                <a:no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sym typeface="Roboto Mono"/>
            </a:endParaRPr>
          </a:p>
        </p:txBody>
      </p:sp>
      <p:sp>
        <p:nvSpPr>
          <p:cNvPr id="43" name="Google Shape;174;g36a222053df_0_104">
            <a:extLst>
              <a:ext uri="{FF2B5EF4-FFF2-40B4-BE49-F238E27FC236}">
                <a16:creationId xmlns:a16="http://schemas.microsoft.com/office/drawing/2014/main" id="{282F19F0-8212-21FD-58DF-06D2BC063519}"/>
              </a:ext>
            </a:extLst>
          </p:cNvPr>
          <p:cNvSpPr/>
          <p:nvPr/>
        </p:nvSpPr>
        <p:spPr>
          <a:xfrm>
            <a:off x="2372812" y="1677206"/>
            <a:ext cx="5028113" cy="831300"/>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Pts val="1400"/>
              <a:buFontTx/>
              <a:buNone/>
              <a:tabLst/>
              <a:defRPr/>
            </a:pPr>
            <a:endParaRPr kumimoji="0" sz="1800" b="0" i="0" u="none" strike="noStrike" kern="0" cap="none" spc="0" normalizeH="0" baseline="0" noProof="0">
              <a:ln>
                <a:noFill/>
              </a:ln>
              <a:solidFill>
                <a:sysClr val="windowText" lastClr="000000"/>
              </a:solidFill>
              <a:effectLst/>
              <a:uLnTx/>
              <a:uFillTx/>
            </a:endParaRPr>
          </a:p>
        </p:txBody>
      </p:sp>
      <p:cxnSp>
        <p:nvCxnSpPr>
          <p:cNvPr id="44" name="Google Shape;175;g36a222053df_0_104">
            <a:extLst>
              <a:ext uri="{FF2B5EF4-FFF2-40B4-BE49-F238E27FC236}">
                <a16:creationId xmlns:a16="http://schemas.microsoft.com/office/drawing/2014/main" id="{C4153A84-CFD0-7227-A109-B823FCD6BAD2}"/>
              </a:ext>
            </a:extLst>
          </p:cNvPr>
          <p:cNvCxnSpPr>
            <a:cxnSpLocks/>
            <a:stCxn id="45" idx="3"/>
            <a:endCxn id="43" idx="1"/>
          </p:cNvCxnSpPr>
          <p:nvPr/>
        </p:nvCxnSpPr>
        <p:spPr>
          <a:xfrm>
            <a:off x="2196450" y="2005789"/>
            <a:ext cx="176362" cy="87067"/>
          </a:xfrm>
          <a:prstGeom prst="straightConnector1">
            <a:avLst/>
          </a:prstGeom>
          <a:noFill/>
          <a:ln w="19050" cap="flat" cmpd="sng">
            <a:solidFill>
              <a:srgbClr val="FF9900"/>
            </a:solidFill>
            <a:prstDash val="solid"/>
            <a:round/>
            <a:headEnd type="none" w="sm" len="sm"/>
            <a:tailEnd type="triangle" w="med" len="med"/>
          </a:ln>
        </p:spPr>
      </p:cxnSp>
      <p:sp>
        <p:nvSpPr>
          <p:cNvPr id="45" name="Google Shape;176;g36a222053df_0_104">
            <a:extLst>
              <a:ext uri="{FF2B5EF4-FFF2-40B4-BE49-F238E27FC236}">
                <a16:creationId xmlns:a16="http://schemas.microsoft.com/office/drawing/2014/main" id="{6F2FE17B-9DDF-474E-C178-055F255EFC09}"/>
              </a:ext>
            </a:extLst>
          </p:cNvPr>
          <p:cNvSpPr txBox="1"/>
          <p:nvPr/>
        </p:nvSpPr>
        <p:spPr>
          <a:xfrm>
            <a:off x="174450" y="1374862"/>
            <a:ext cx="2022000" cy="1261854"/>
          </a:xfrm>
          <a:prstGeom prst="rect">
            <a:avLst/>
          </a:prstGeom>
          <a:solidFill>
            <a:srgbClr val="F9CB9C"/>
          </a:solidFill>
          <a:ln w="9525" cap="flat" cmpd="sng">
            <a:solidFill>
              <a:srgbClr val="FF9900"/>
            </a:solidFill>
            <a:prstDash val="solid"/>
            <a:round/>
            <a:headEnd type="none" w="sm" len="sm"/>
            <a:tailEnd type="none" w="sm" len="sm"/>
          </a:ln>
        </p:spPr>
        <p:txBody>
          <a:bodyPr spcFirstLastPara="1" wrap="square" lIns="91425" tIns="91425" rIns="91425" bIns="91425" anchor="t" anchorCtr="0">
            <a:spAutoFit/>
          </a:bodyPr>
          <a:lstStyle/>
          <a:p>
            <a:pPr marL="0" marR="0" lvl="0" indent="0" algn="just" defTabSz="914400" eaLnBrk="1" fontAlgn="auto" latinLnBrk="0" hangingPunct="1">
              <a:lnSpc>
                <a:spcPct val="100000"/>
              </a:lnSpc>
              <a:spcBef>
                <a:spcPts val="0"/>
              </a:spcBef>
              <a:spcAft>
                <a:spcPts val="0"/>
              </a:spcAft>
              <a:buClrTx/>
              <a:buSzPts val="1600"/>
              <a:buFontTx/>
              <a:buNone/>
              <a:tabLst/>
              <a:defRPr/>
            </a:pPr>
            <a:r>
              <a:rPr kumimoji="0" lang="en-US" b="0" i="0" u="none" strike="noStrike" kern="0" cap="none" spc="0" normalizeH="0" baseline="0" noProof="0" dirty="0">
                <a:ln>
                  <a:noFill/>
                </a:ln>
                <a:solidFill>
                  <a:sysClr val="windowText" lastClr="000000"/>
                </a:solidFill>
                <a:effectLst/>
                <a:uLnTx/>
                <a:uFillTx/>
                <a:latin typeface="+mn-lt"/>
              </a:rPr>
              <a:t>A handler function is attached to the </a:t>
            </a:r>
            <a:r>
              <a:rPr kumimoji="0" lang="en-US" b="1" i="0" u="none" strike="noStrike" kern="0" cap="none" spc="0" normalizeH="0" baseline="0" noProof="0" dirty="0">
                <a:ln>
                  <a:noFill/>
                </a:ln>
                <a:solidFill>
                  <a:srgbClr val="0000FF"/>
                </a:solidFill>
                <a:effectLst/>
                <a:uLnTx/>
                <a:uFillTx/>
                <a:latin typeface="+mn-lt"/>
                <a:ea typeface="Roboto Mono"/>
                <a:cs typeface="Roboto Mono"/>
                <a:sym typeface="Roboto Mono"/>
              </a:rPr>
              <a:t>.then()</a:t>
            </a:r>
            <a:r>
              <a:rPr kumimoji="0" lang="en-US" b="0" i="0" u="none" strike="noStrike" kern="0" cap="none" spc="0" normalizeH="0" baseline="0" noProof="0" dirty="0">
                <a:ln>
                  <a:noFill/>
                </a:ln>
                <a:solidFill>
                  <a:sysClr val="windowText" lastClr="000000"/>
                </a:solidFill>
                <a:effectLst/>
                <a:uLnTx/>
                <a:uFillTx/>
                <a:latin typeface="+mn-lt"/>
              </a:rPr>
              <a:t> method and runs when the Promise is in the “fulfilled” state."</a:t>
            </a:r>
            <a:endParaRPr kumimoji="0" b="0" i="0" u="none" strike="noStrike" kern="0" cap="none" spc="0" normalizeH="0" baseline="0" noProof="0" dirty="0">
              <a:ln>
                <a:noFill/>
              </a:ln>
              <a:solidFill>
                <a:sysClr val="windowText" lastClr="000000"/>
              </a:solidFill>
              <a:effectLst/>
              <a:uLnTx/>
              <a:uFillTx/>
              <a:latin typeface="+mn-lt"/>
            </a:endParaRPr>
          </a:p>
        </p:txBody>
      </p:sp>
      <p:sp>
        <p:nvSpPr>
          <p:cNvPr id="46" name="Google Shape;177;g36a222053df_0_104">
            <a:extLst>
              <a:ext uri="{FF2B5EF4-FFF2-40B4-BE49-F238E27FC236}">
                <a16:creationId xmlns:a16="http://schemas.microsoft.com/office/drawing/2014/main" id="{ABDEDB92-5241-6731-C768-A39CEDB71870}"/>
              </a:ext>
            </a:extLst>
          </p:cNvPr>
          <p:cNvSpPr/>
          <p:nvPr/>
        </p:nvSpPr>
        <p:spPr>
          <a:xfrm>
            <a:off x="4315124" y="1156397"/>
            <a:ext cx="4349926" cy="347400"/>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Pts val="1400"/>
              <a:buFontTx/>
              <a:buNone/>
              <a:tabLst/>
              <a:defRPr/>
            </a:pPr>
            <a:endParaRPr kumimoji="0" sz="1800" b="0" i="0" u="none" strike="noStrike" kern="0" cap="none" spc="0" normalizeH="0" baseline="0" noProof="0">
              <a:ln>
                <a:noFill/>
              </a:ln>
              <a:solidFill>
                <a:sysClr val="windowText" lastClr="000000"/>
              </a:solidFill>
              <a:effectLst/>
              <a:uLnTx/>
              <a:uFillTx/>
            </a:endParaRPr>
          </a:p>
        </p:txBody>
      </p:sp>
      <p:cxnSp>
        <p:nvCxnSpPr>
          <p:cNvPr id="47" name="Google Shape;178;g36a222053df_0_104">
            <a:extLst>
              <a:ext uri="{FF2B5EF4-FFF2-40B4-BE49-F238E27FC236}">
                <a16:creationId xmlns:a16="http://schemas.microsoft.com/office/drawing/2014/main" id="{F24AE29D-ED18-9586-39F3-D2C814191520}"/>
              </a:ext>
            </a:extLst>
          </p:cNvPr>
          <p:cNvCxnSpPr>
            <a:cxnSpLocks/>
            <a:stCxn id="48" idx="2"/>
          </p:cNvCxnSpPr>
          <p:nvPr/>
        </p:nvCxnSpPr>
        <p:spPr>
          <a:xfrm flipH="1">
            <a:off x="7223775" y="991653"/>
            <a:ext cx="450919" cy="164744"/>
          </a:xfrm>
          <a:prstGeom prst="straightConnector1">
            <a:avLst/>
          </a:prstGeom>
          <a:noFill/>
          <a:ln w="19050" cap="flat" cmpd="sng">
            <a:solidFill>
              <a:srgbClr val="6AA84F"/>
            </a:solidFill>
            <a:prstDash val="solid"/>
            <a:round/>
            <a:headEnd type="none" w="sm" len="sm"/>
            <a:tailEnd type="triangle" w="med" len="med"/>
          </a:ln>
        </p:spPr>
      </p:cxnSp>
      <p:sp>
        <p:nvSpPr>
          <p:cNvPr id="48" name="Google Shape;179;g36a222053df_0_104">
            <a:extLst>
              <a:ext uri="{FF2B5EF4-FFF2-40B4-BE49-F238E27FC236}">
                <a16:creationId xmlns:a16="http://schemas.microsoft.com/office/drawing/2014/main" id="{536D3F9D-1393-4F7B-479E-6B2DC673A733}"/>
              </a:ext>
            </a:extLst>
          </p:cNvPr>
          <p:cNvSpPr txBox="1"/>
          <p:nvPr/>
        </p:nvSpPr>
        <p:spPr>
          <a:xfrm>
            <a:off x="6400800" y="160687"/>
            <a:ext cx="2547788" cy="830966"/>
          </a:xfrm>
          <a:prstGeom prst="rect">
            <a:avLst/>
          </a:prstGeom>
          <a:solidFill>
            <a:srgbClr val="B6D7A8"/>
          </a:solidFill>
          <a:ln w="9525" cap="flat" cmpd="sng">
            <a:solidFill>
              <a:srgbClr val="70AD47"/>
            </a:solidFill>
            <a:prstDash val="solid"/>
            <a:round/>
            <a:headEnd type="none" w="sm" len="sm"/>
            <a:tailEnd type="none" w="sm" len="sm"/>
          </a:ln>
        </p:spPr>
        <p:txBody>
          <a:bodyPr spcFirstLastPara="1" wrap="square" lIns="91425" tIns="91425" rIns="91425" bIns="91425" anchor="t" anchorCtr="0">
            <a:spAutoFit/>
          </a:bodyPr>
          <a:lstStyle/>
          <a:p>
            <a:pPr marL="0" marR="0" lvl="0" indent="0" algn="just" defTabSz="914400" eaLnBrk="1" fontAlgn="auto" latinLnBrk="0" hangingPunct="1">
              <a:lnSpc>
                <a:spcPct val="100000"/>
              </a:lnSpc>
              <a:spcBef>
                <a:spcPts val="0"/>
              </a:spcBef>
              <a:spcAft>
                <a:spcPts val="0"/>
              </a:spcAft>
              <a:buClrTx/>
              <a:buSzPts val="1600"/>
              <a:buFontTx/>
              <a:buNone/>
              <a:tabLst/>
              <a:defRPr/>
            </a:pPr>
            <a:r>
              <a:rPr kumimoji="0" lang="en-US" b="0" i="0" u="none" strike="noStrike" kern="0" cap="none" spc="0" normalizeH="0" baseline="0" noProof="0" dirty="0">
                <a:ln>
                  <a:noFill/>
                </a:ln>
                <a:solidFill>
                  <a:sysClr val="windowText" lastClr="000000"/>
                </a:solidFill>
                <a:effectLst/>
                <a:uLnTx/>
                <a:uFillTx/>
                <a:latin typeface="+mn-lt"/>
              </a:rPr>
              <a:t>The asynchronous, promise-based API </a:t>
            </a:r>
            <a:r>
              <a:rPr lang="en-US" b="1" dirty="0" err="1">
                <a:solidFill>
                  <a:srgbClr val="0000FF"/>
                </a:solidFill>
                <a:latin typeface="+mn-lt"/>
                <a:ea typeface="Roboto Mono"/>
                <a:sym typeface="Roboto Mono"/>
              </a:rPr>
              <a:t>axios.get</a:t>
            </a:r>
            <a:r>
              <a:rPr kumimoji="0" lang="en-US" b="0" i="0" u="none" strike="noStrike" kern="0" cap="none" spc="0" normalizeH="0" baseline="0" noProof="0" dirty="0">
                <a:ln>
                  <a:noFill/>
                </a:ln>
                <a:solidFill>
                  <a:sysClr val="windowText" lastClr="000000"/>
                </a:solidFill>
                <a:effectLst/>
                <a:uLnTx/>
                <a:uFillTx/>
                <a:latin typeface="+mn-lt"/>
              </a:rPr>
              <a:t> returns a Promise object.</a:t>
            </a:r>
            <a:endParaRPr kumimoji="0" b="0" i="0" u="none" strike="noStrike" kern="0" cap="none" spc="0" normalizeH="0" baseline="0" noProof="0" dirty="0">
              <a:ln>
                <a:noFill/>
              </a:ln>
              <a:solidFill>
                <a:sysClr val="windowText" lastClr="000000"/>
              </a:solidFill>
              <a:effectLst/>
              <a:uLnTx/>
              <a:uFillTx/>
              <a:latin typeface="+mn-lt"/>
            </a:endParaRPr>
          </a:p>
        </p:txBody>
      </p:sp>
      <p:sp>
        <p:nvSpPr>
          <p:cNvPr id="49" name="Google Shape;180;g36a222053df_0_104">
            <a:extLst>
              <a:ext uri="{FF2B5EF4-FFF2-40B4-BE49-F238E27FC236}">
                <a16:creationId xmlns:a16="http://schemas.microsoft.com/office/drawing/2014/main" id="{F7651610-994D-44EC-71E6-2AC91377D342}"/>
              </a:ext>
            </a:extLst>
          </p:cNvPr>
          <p:cNvSpPr/>
          <p:nvPr/>
        </p:nvSpPr>
        <p:spPr>
          <a:xfrm>
            <a:off x="2312738" y="2521035"/>
            <a:ext cx="5028113" cy="641925"/>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Pts val="1400"/>
              <a:buFontTx/>
              <a:buNone/>
              <a:tabLst/>
              <a:defRPr/>
            </a:pPr>
            <a:endParaRPr kumimoji="0" sz="1800" b="0" i="0" u="none" strike="noStrike" kern="0" cap="none" spc="0" normalizeH="0" baseline="0" noProof="0">
              <a:ln>
                <a:noFill/>
              </a:ln>
              <a:solidFill>
                <a:sysClr val="windowText" lastClr="000000"/>
              </a:solidFill>
              <a:effectLst/>
              <a:uLnTx/>
              <a:uFillTx/>
            </a:endParaRPr>
          </a:p>
        </p:txBody>
      </p:sp>
      <p:cxnSp>
        <p:nvCxnSpPr>
          <p:cNvPr id="50" name="Google Shape;181;g36a222053df_0_104">
            <a:extLst>
              <a:ext uri="{FF2B5EF4-FFF2-40B4-BE49-F238E27FC236}">
                <a16:creationId xmlns:a16="http://schemas.microsoft.com/office/drawing/2014/main" id="{E5957891-4480-8BEA-0D0A-B7F95CB2496D}"/>
              </a:ext>
            </a:extLst>
          </p:cNvPr>
          <p:cNvCxnSpPr>
            <a:cxnSpLocks/>
            <a:endCxn id="49" idx="3"/>
          </p:cNvCxnSpPr>
          <p:nvPr/>
        </p:nvCxnSpPr>
        <p:spPr>
          <a:xfrm flipH="1" flipV="1">
            <a:off x="7340851" y="2841998"/>
            <a:ext cx="888749" cy="577351"/>
          </a:xfrm>
          <a:prstGeom prst="straightConnector1">
            <a:avLst/>
          </a:prstGeom>
          <a:noFill/>
          <a:ln w="19050" cap="flat" cmpd="sng">
            <a:solidFill>
              <a:srgbClr val="0000FF"/>
            </a:solidFill>
            <a:prstDash val="solid"/>
            <a:round/>
            <a:headEnd type="none" w="sm" len="sm"/>
            <a:tailEnd type="triangle" w="med" len="med"/>
          </a:ln>
        </p:spPr>
      </p:cxnSp>
      <p:sp>
        <p:nvSpPr>
          <p:cNvPr id="51" name="Google Shape;182;g36a222053df_0_104">
            <a:extLst>
              <a:ext uri="{FF2B5EF4-FFF2-40B4-BE49-F238E27FC236}">
                <a16:creationId xmlns:a16="http://schemas.microsoft.com/office/drawing/2014/main" id="{D1BFC473-6AF6-1BBE-3A57-CE1A3364EEAD}"/>
              </a:ext>
            </a:extLst>
          </p:cNvPr>
          <p:cNvSpPr txBox="1"/>
          <p:nvPr/>
        </p:nvSpPr>
        <p:spPr>
          <a:xfrm>
            <a:off x="6602494" y="3385697"/>
            <a:ext cx="2022000" cy="1477297"/>
          </a:xfrm>
          <a:prstGeom prst="rect">
            <a:avLst/>
          </a:prstGeom>
          <a:solidFill>
            <a:srgbClr val="9FC5E8"/>
          </a:solidFill>
          <a:ln w="9525" cap="flat" cmpd="sng">
            <a:solidFill>
              <a:srgbClr val="0000FF"/>
            </a:solidFill>
            <a:prstDash val="solid"/>
            <a:round/>
            <a:headEnd type="none" w="sm" len="sm"/>
            <a:tailEnd type="none" w="sm" len="sm"/>
          </a:ln>
        </p:spPr>
        <p:txBody>
          <a:bodyPr spcFirstLastPara="1" wrap="square" lIns="91425" tIns="91425" rIns="91425" bIns="91425" anchor="t" anchorCtr="0">
            <a:spAutoFit/>
          </a:bodyPr>
          <a:lstStyle/>
          <a:p>
            <a:pPr marL="0" marR="0" lvl="0" indent="0" algn="just" defTabSz="914400" eaLnBrk="1" fontAlgn="auto" latinLnBrk="0" hangingPunct="1">
              <a:lnSpc>
                <a:spcPct val="100000"/>
              </a:lnSpc>
              <a:spcBef>
                <a:spcPts val="0"/>
              </a:spcBef>
              <a:spcAft>
                <a:spcPts val="0"/>
              </a:spcAft>
              <a:buClrTx/>
              <a:buSzPts val="1100"/>
              <a:buFontTx/>
              <a:buNone/>
              <a:tabLst/>
              <a:defRPr/>
            </a:pPr>
            <a:r>
              <a:rPr kumimoji="0" lang="en-US" b="0" i="0" u="none" strike="noStrike" kern="0" cap="none" spc="0" normalizeH="0" baseline="0" noProof="0" dirty="0">
                <a:ln>
                  <a:noFill/>
                </a:ln>
                <a:solidFill>
                  <a:sysClr val="windowText" lastClr="000000"/>
                </a:solidFill>
                <a:effectLst/>
                <a:uLnTx/>
                <a:uFillTx/>
                <a:latin typeface="+mn-lt"/>
              </a:rPr>
              <a:t>A handler function is attached to the </a:t>
            </a:r>
            <a:r>
              <a:rPr kumimoji="0" lang="en-US" b="1" i="0" u="none" strike="noStrike" kern="0" cap="none" spc="0" normalizeH="0" baseline="0" noProof="0" dirty="0">
                <a:ln>
                  <a:noFill/>
                </a:ln>
                <a:solidFill>
                  <a:srgbClr val="0000FF"/>
                </a:solidFill>
                <a:effectLst/>
                <a:uLnTx/>
                <a:uFillTx/>
                <a:latin typeface="+mn-lt"/>
                <a:ea typeface="Roboto Mono"/>
                <a:cs typeface="Roboto Mono"/>
                <a:sym typeface="Roboto Mono"/>
              </a:rPr>
              <a:t>.catch()</a:t>
            </a:r>
            <a:r>
              <a:rPr kumimoji="0" lang="en-US" b="0" i="0" u="none" strike="noStrike" kern="0" cap="none" spc="0" normalizeH="0" baseline="0" noProof="0" dirty="0">
                <a:ln>
                  <a:noFill/>
                </a:ln>
                <a:solidFill>
                  <a:sysClr val="windowText" lastClr="000000"/>
                </a:solidFill>
                <a:effectLst/>
                <a:uLnTx/>
                <a:uFillTx/>
                <a:latin typeface="+mn-lt"/>
              </a:rPr>
              <a:t> method and runs when the Promise is in the “Rejected” state."</a:t>
            </a:r>
            <a:endParaRPr kumimoji="0" b="0" i="0" u="none" strike="noStrike" kern="0" cap="none" spc="0" normalizeH="0" baseline="0" noProof="0" dirty="0">
              <a:ln>
                <a:noFill/>
              </a:ln>
              <a:solidFill>
                <a:sysClr val="windowText" lastClr="000000"/>
              </a:solidFill>
              <a:effectLst/>
              <a:uLnTx/>
              <a:uFillTx/>
              <a:latin typeface="+mn-lt"/>
            </a:endParaRPr>
          </a:p>
        </p:txBody>
      </p:sp>
      <p:sp>
        <p:nvSpPr>
          <p:cNvPr id="52" name="Google Shape;183;g36a222053df_0_104">
            <a:extLst>
              <a:ext uri="{FF2B5EF4-FFF2-40B4-BE49-F238E27FC236}">
                <a16:creationId xmlns:a16="http://schemas.microsoft.com/office/drawing/2014/main" id="{236E4991-2CC2-869F-9F37-55A77BEB7DA3}"/>
              </a:ext>
            </a:extLst>
          </p:cNvPr>
          <p:cNvSpPr txBox="1"/>
          <p:nvPr/>
        </p:nvSpPr>
        <p:spPr>
          <a:xfrm>
            <a:off x="365250" y="3918437"/>
            <a:ext cx="2329800" cy="400200"/>
          </a:xfrm>
          <a:prstGeom prst="rect">
            <a:avLst/>
          </a:prstGeom>
          <a:noFill/>
          <a:ln>
            <a:noFill/>
          </a:ln>
        </p:spPr>
        <p:txBody>
          <a:bodyPr spcFirstLastPara="1" wrap="square" lIns="91425" tIns="91425" rIns="91425" bIns="91425" anchor="t" anchorCtr="0">
            <a:spAutoFit/>
          </a:bodyPr>
          <a:lstStyle/>
          <a:p>
            <a:pPr marL="0" marR="0" lvl="0" indent="0" defTabSz="914400" eaLnBrk="1" fontAlgn="auto" latinLnBrk="0" hangingPunct="1">
              <a:lnSpc>
                <a:spcPct val="100000"/>
              </a:lnSpc>
              <a:spcBef>
                <a:spcPts val="0"/>
              </a:spcBef>
              <a:spcAft>
                <a:spcPts val="0"/>
              </a:spcAft>
              <a:buClrTx/>
              <a:buSzPts val="1400"/>
              <a:buFontTx/>
              <a:buNone/>
              <a:tabLst/>
              <a:defRPr/>
            </a:pPr>
            <a:r>
              <a:rPr kumimoji="0" lang="en-US" sz="1800" b="1" i="0" u="sng" strike="noStrike" kern="0" cap="none" spc="0" normalizeH="0" baseline="0" noProof="0" dirty="0">
                <a:ln>
                  <a:noFill/>
                </a:ln>
                <a:solidFill>
                  <a:sysClr val="windowText" lastClr="000000"/>
                </a:solidFill>
                <a:effectLst/>
                <a:uLnTx/>
                <a:uFillTx/>
              </a:rPr>
              <a:t>Promise Code Example</a:t>
            </a:r>
            <a:endParaRPr kumimoji="0" sz="1800" b="1" i="0" u="sng"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793742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F9B15567-64EB-95A8-DA5F-D6985983337B}"/>
            </a:ext>
          </a:extLst>
        </p:cNvPr>
        <p:cNvGrpSpPr/>
        <p:nvPr/>
      </p:nvGrpSpPr>
      <p:grpSpPr>
        <a:xfrm>
          <a:off x="0" y="0"/>
          <a:ext cx="0" cy="0"/>
          <a:chOff x="0" y="0"/>
          <a:chExt cx="0" cy="0"/>
        </a:xfrm>
      </p:grpSpPr>
      <p:sp>
        <p:nvSpPr>
          <p:cNvPr id="132" name="Google Shape;132;p11">
            <a:extLst>
              <a:ext uri="{FF2B5EF4-FFF2-40B4-BE49-F238E27FC236}">
                <a16:creationId xmlns:a16="http://schemas.microsoft.com/office/drawing/2014/main" id="{98C8E1C0-1E49-7DC2-A028-EB81D5F8F866}"/>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lvl="0"/>
            <a:r>
              <a:rPr lang="en-US"/>
              <a:t>async/await</a:t>
            </a:r>
            <a:endParaRPr/>
          </a:p>
        </p:txBody>
      </p:sp>
      <p:sp>
        <p:nvSpPr>
          <p:cNvPr id="133" name="Google Shape;133;p11">
            <a:extLst>
              <a:ext uri="{FF2B5EF4-FFF2-40B4-BE49-F238E27FC236}">
                <a16:creationId xmlns:a16="http://schemas.microsoft.com/office/drawing/2014/main" id="{09A552AD-F19B-1C8A-78B5-34820571935D}"/>
              </a:ext>
            </a:extLst>
          </p:cNvPr>
          <p:cNvSpPr txBox="1">
            <a:spLocks noGrp="1"/>
          </p:cNvSpPr>
          <p:nvPr>
            <p:ph type="body" idx="1"/>
          </p:nvPr>
        </p:nvSpPr>
        <p:spPr>
          <a:xfrm>
            <a:off x="311699" y="1225225"/>
            <a:ext cx="4520701" cy="3792824"/>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US" sz="1200"/>
              <a:t>async/await provide a more synchronous-looking syntax for handling asynchronous operations, making code more readable and easier to manage compared to traditional callback functions or explicit Promise chaining with then/catch</a:t>
            </a:r>
          </a:p>
          <a:p>
            <a:pPr marL="0" marR="0" lvl="0" indent="0" algn="l" rtl="0">
              <a:lnSpc>
                <a:spcPct val="115000"/>
              </a:lnSpc>
              <a:spcBef>
                <a:spcPts val="0"/>
              </a:spcBef>
              <a:spcAft>
                <a:spcPts val="0"/>
              </a:spcAft>
              <a:buSzPts val="1400"/>
              <a:buNone/>
            </a:pPr>
            <a:endParaRPr lang="en-US" sz="1200"/>
          </a:p>
          <a:p>
            <a:pPr marL="0" marR="0" lvl="0" indent="0" algn="l" rtl="0">
              <a:lnSpc>
                <a:spcPct val="115000"/>
              </a:lnSpc>
              <a:spcBef>
                <a:spcPts val="0"/>
              </a:spcBef>
              <a:spcAft>
                <a:spcPts val="0"/>
              </a:spcAft>
              <a:buSzPts val="1400"/>
              <a:buNone/>
            </a:pPr>
            <a:r>
              <a:rPr lang="en-US" sz="1200"/>
              <a:t>The async keyword is used to declare that a function will always return a Promise (implicitly). The await keyword can only be used in an async function. When await is placed before an expression that returns a Promise, it pauses the execution of the async function until that Promise settles (either resolves or rejects).</a:t>
            </a:r>
          </a:p>
          <a:p>
            <a:pPr marL="0" marR="0" lvl="0" indent="0" algn="l" rtl="0">
              <a:lnSpc>
                <a:spcPct val="115000"/>
              </a:lnSpc>
              <a:spcBef>
                <a:spcPts val="0"/>
              </a:spcBef>
              <a:spcAft>
                <a:spcPts val="0"/>
              </a:spcAft>
              <a:buSzPts val="1400"/>
              <a:buNone/>
            </a:pPr>
            <a:endParaRPr lang="en-US" sz="1200"/>
          </a:p>
          <a:p>
            <a:pPr marL="0" marR="0" lvl="0" indent="0" algn="l" rtl="0">
              <a:lnSpc>
                <a:spcPct val="115000"/>
              </a:lnSpc>
              <a:spcBef>
                <a:spcPts val="0"/>
              </a:spcBef>
              <a:spcAft>
                <a:spcPts val="0"/>
              </a:spcAft>
              <a:buSzPts val="1400"/>
              <a:buNone/>
            </a:pPr>
            <a:r>
              <a:rPr lang="en-US" sz="1200"/>
              <a:t>In the example on the right, </a:t>
            </a:r>
            <a:r>
              <a:rPr lang="en-US" sz="1200" err="1"/>
              <a:t>asyncCall</a:t>
            </a:r>
            <a:r>
              <a:rPr lang="en-US" sz="1200"/>
              <a:t> is an asynchronous function. The await keyword is used to pause execution of </a:t>
            </a:r>
            <a:r>
              <a:rPr lang="en-US" sz="1200" err="1"/>
              <a:t>asyncCall</a:t>
            </a:r>
            <a:r>
              <a:rPr lang="en-US" sz="1200"/>
              <a:t> until </a:t>
            </a:r>
            <a:r>
              <a:rPr lang="en-US" sz="1200" err="1"/>
              <a:t>axios.get</a:t>
            </a:r>
            <a:r>
              <a:rPr lang="en-US" sz="1200"/>
              <a:t> (or any async function) completes, allowing for a more sequential-looking flow.</a:t>
            </a:r>
          </a:p>
          <a:p>
            <a:pPr marL="0" marR="0" lvl="0" indent="0" algn="l" rtl="0">
              <a:lnSpc>
                <a:spcPct val="115000"/>
              </a:lnSpc>
              <a:spcBef>
                <a:spcPts val="0"/>
              </a:spcBef>
              <a:spcAft>
                <a:spcPts val="0"/>
              </a:spcAft>
              <a:buSzPts val="1400"/>
              <a:buNone/>
            </a:pPr>
            <a:r>
              <a:rPr lang="en-US" sz="1200"/>
              <a:t>Error handling is managed with a standard try…catch block.</a:t>
            </a:r>
          </a:p>
        </p:txBody>
      </p:sp>
      <p:sp>
        <p:nvSpPr>
          <p:cNvPr id="134" name="Google Shape;134;p11">
            <a:extLst>
              <a:ext uri="{FF2B5EF4-FFF2-40B4-BE49-F238E27FC236}">
                <a16:creationId xmlns:a16="http://schemas.microsoft.com/office/drawing/2014/main" id="{CC8D4FD2-37DE-12CA-8AAA-E3223F5A5DA8}"/>
              </a:ext>
            </a:extLst>
          </p:cNvPr>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r>
              <a:rPr lang="en" i="1"/>
              <a:t>Example11.vue</a:t>
            </a:r>
          </a:p>
          <a:p>
            <a:pPr marL="0" lvl="0" indent="0" algn="l" rtl="0">
              <a:lnSpc>
                <a:spcPct val="115000"/>
              </a:lnSpc>
              <a:spcBef>
                <a:spcPts val="0"/>
              </a:spcBef>
              <a:spcAft>
                <a:spcPts val="0"/>
              </a:spcAft>
              <a:buSzPts val="1400"/>
              <a:buNone/>
            </a:pPr>
            <a:endParaRPr lang="en" i="1"/>
          </a:p>
          <a:p>
            <a:pPr marL="0" indent="0">
              <a:buNone/>
            </a:pPr>
            <a:r>
              <a:rPr lang="en-SG">
                <a:latin typeface="Open Sans" panose="020B0606030504020204" pitchFamily="34" charset="0"/>
                <a:ea typeface="Open Sans" panose="020B0606030504020204" pitchFamily="34" charset="0"/>
                <a:cs typeface="Open Sans" panose="020B0606030504020204" pitchFamily="34" charset="0"/>
              </a:rPr>
              <a:t>async function </a:t>
            </a:r>
            <a:r>
              <a:rPr lang="en-SG" err="1">
                <a:latin typeface="Open Sans" panose="020B0606030504020204" pitchFamily="34" charset="0"/>
                <a:ea typeface="Open Sans" panose="020B0606030504020204" pitchFamily="34" charset="0"/>
                <a:cs typeface="Open Sans" panose="020B0606030504020204" pitchFamily="34" charset="0"/>
              </a:rPr>
              <a:t>asyncCall</a:t>
            </a:r>
            <a:r>
              <a:rPr lang="en-SG">
                <a:latin typeface="Open Sans" panose="020B0606030504020204" pitchFamily="34" charset="0"/>
                <a:ea typeface="Open Sans" panose="020B0606030504020204" pitchFamily="34" charset="0"/>
                <a:cs typeface="Open Sans" panose="020B0606030504020204" pitchFamily="34" charset="0"/>
              </a:rPr>
              <a:t>() {</a:t>
            </a:r>
          </a:p>
          <a:p>
            <a:pPr marL="0" indent="0">
              <a:buNone/>
            </a:pPr>
            <a:r>
              <a:rPr lang="en-SG">
                <a:latin typeface="Open Sans" panose="020B0606030504020204" pitchFamily="34" charset="0"/>
                <a:ea typeface="Open Sans" panose="020B0606030504020204" pitchFamily="34" charset="0"/>
                <a:cs typeface="Open Sans" panose="020B0606030504020204" pitchFamily="34" charset="0"/>
              </a:rPr>
              <a:t>    try {</a:t>
            </a:r>
          </a:p>
          <a:p>
            <a:pPr marL="0" indent="0">
              <a:buNone/>
            </a:pPr>
            <a:r>
              <a:rPr lang="en-SG">
                <a:latin typeface="Open Sans" panose="020B0606030504020204" pitchFamily="34" charset="0"/>
                <a:ea typeface="Open Sans" panose="020B0606030504020204" pitchFamily="34" charset="0"/>
                <a:cs typeface="Open Sans" panose="020B0606030504020204" pitchFamily="34" charset="0"/>
              </a:rPr>
              <a:t>               </a:t>
            </a:r>
            <a:r>
              <a:rPr lang="en-SG" err="1">
                <a:latin typeface="Open Sans" panose="020B0606030504020204" pitchFamily="34" charset="0"/>
                <a:ea typeface="Open Sans" panose="020B0606030504020204" pitchFamily="34" charset="0"/>
                <a:cs typeface="Open Sans" panose="020B0606030504020204" pitchFamily="34" charset="0"/>
              </a:rPr>
              <a:t>const</a:t>
            </a:r>
            <a:r>
              <a:rPr lang="en-SG">
                <a:latin typeface="Open Sans" panose="020B0606030504020204" pitchFamily="34" charset="0"/>
                <a:ea typeface="Open Sans" panose="020B0606030504020204" pitchFamily="34" charset="0"/>
                <a:cs typeface="Open Sans" panose="020B0606030504020204" pitchFamily="34" charset="0"/>
              </a:rPr>
              <a:t> response = await </a:t>
            </a:r>
            <a:r>
              <a:rPr lang="en-SG" err="1">
                <a:latin typeface="Open Sans" panose="020B0606030504020204" pitchFamily="34" charset="0"/>
                <a:ea typeface="Open Sans" panose="020B0606030504020204" pitchFamily="34" charset="0"/>
                <a:cs typeface="Open Sans" panose="020B0606030504020204" pitchFamily="34" charset="0"/>
              </a:rPr>
              <a:t>axios.get</a:t>
            </a:r>
            <a:r>
              <a:rPr lang="en-SG">
                <a:latin typeface="Open Sans" panose="020B0606030504020204" pitchFamily="34" charset="0"/>
                <a:ea typeface="Open Sans" panose="020B0606030504020204" pitchFamily="34" charset="0"/>
                <a:cs typeface="Open Sans" panose="020B0606030504020204" pitchFamily="34" charset="0"/>
              </a:rPr>
              <a:t>(</a:t>
            </a:r>
            <a:r>
              <a:rPr lang="en-SG" err="1">
                <a:latin typeface="Open Sans" panose="020B0606030504020204" pitchFamily="34" charset="0"/>
                <a:ea typeface="Open Sans" panose="020B0606030504020204" pitchFamily="34" charset="0"/>
                <a:cs typeface="Open Sans" panose="020B0606030504020204" pitchFamily="34" charset="0"/>
              </a:rPr>
              <a:t>url</a:t>
            </a:r>
            <a:r>
              <a:rPr lang="en-SG">
                <a:latin typeface="Open Sans" panose="020B0606030504020204" pitchFamily="34" charset="0"/>
                <a:ea typeface="Open Sans" panose="020B0606030504020204" pitchFamily="34" charset="0"/>
                <a:cs typeface="Open Sans" panose="020B0606030504020204" pitchFamily="34" charset="0"/>
              </a:rPr>
              <a:t>)</a:t>
            </a:r>
          </a:p>
          <a:p>
            <a:pPr marL="0" indent="0">
              <a:buNone/>
            </a:pPr>
            <a:r>
              <a:rPr lang="en-SG">
                <a:latin typeface="Open Sans" panose="020B0606030504020204" pitchFamily="34" charset="0"/>
                <a:ea typeface="Open Sans" panose="020B0606030504020204" pitchFamily="34" charset="0"/>
                <a:cs typeface="Open Sans" panose="020B0606030504020204" pitchFamily="34" charset="0"/>
              </a:rPr>
              <a:t>                               </a:t>
            </a:r>
          </a:p>
          <a:p>
            <a:pPr marL="0" indent="0">
              <a:buNone/>
            </a:pPr>
            <a:r>
              <a:rPr lang="en-SG">
                <a:latin typeface="Open Sans" panose="020B0606030504020204" pitchFamily="34" charset="0"/>
                <a:ea typeface="Open Sans" panose="020B0606030504020204" pitchFamily="34" charset="0"/>
                <a:cs typeface="Open Sans" panose="020B0606030504020204" pitchFamily="34" charset="0"/>
              </a:rPr>
              <a:t>               </a:t>
            </a:r>
            <a:r>
              <a:rPr lang="en-SG" err="1">
                <a:latin typeface="Open Sans" panose="020B0606030504020204" pitchFamily="34" charset="0"/>
                <a:ea typeface="Open Sans" panose="020B0606030504020204" pitchFamily="34" charset="0"/>
                <a:cs typeface="Open Sans" panose="020B0606030504020204" pitchFamily="34" charset="0"/>
              </a:rPr>
              <a:t>const</a:t>
            </a:r>
            <a:r>
              <a:rPr lang="en-SG">
                <a:latin typeface="Open Sans" panose="020B0606030504020204" pitchFamily="34" charset="0"/>
                <a:ea typeface="Open Sans" panose="020B0606030504020204" pitchFamily="34" charset="0"/>
                <a:cs typeface="Open Sans" panose="020B0606030504020204" pitchFamily="34" charset="0"/>
              </a:rPr>
              <a:t> data = </a:t>
            </a:r>
            <a:r>
              <a:rPr lang="en-SG" err="1">
                <a:latin typeface="Open Sans" panose="020B0606030504020204" pitchFamily="34" charset="0"/>
                <a:ea typeface="Open Sans" panose="020B0606030504020204" pitchFamily="34" charset="0"/>
                <a:cs typeface="Open Sans" panose="020B0606030504020204" pitchFamily="34" charset="0"/>
              </a:rPr>
              <a:t>response.data</a:t>
            </a:r>
            <a:endParaRPr lang="en-SG">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SG">
                <a:latin typeface="Open Sans" panose="020B0606030504020204" pitchFamily="34" charset="0"/>
                <a:ea typeface="Open Sans" panose="020B0606030504020204" pitchFamily="34" charset="0"/>
                <a:cs typeface="Open Sans" panose="020B0606030504020204" pitchFamily="34" charset="0"/>
              </a:rPr>
              <a:t>               console.log(data)</a:t>
            </a:r>
          </a:p>
          <a:p>
            <a:pPr marL="0" indent="0">
              <a:buNone/>
            </a:pPr>
            <a:r>
              <a:rPr lang="en-SG">
                <a:latin typeface="Open Sans" panose="020B0606030504020204" pitchFamily="34" charset="0"/>
                <a:ea typeface="Open Sans" panose="020B0606030504020204" pitchFamily="34" charset="0"/>
                <a:cs typeface="Open Sans" panose="020B0606030504020204" pitchFamily="34" charset="0"/>
              </a:rPr>
              <a:t>     } catch(error) {</a:t>
            </a:r>
          </a:p>
          <a:p>
            <a:pPr marL="0" indent="0">
              <a:buNone/>
            </a:pPr>
            <a:r>
              <a:rPr lang="en-SG">
                <a:latin typeface="Open Sans" panose="020B0606030504020204" pitchFamily="34" charset="0"/>
                <a:ea typeface="Open Sans" panose="020B0606030504020204" pitchFamily="34" charset="0"/>
                <a:cs typeface="Open Sans" panose="020B0606030504020204" pitchFamily="34" charset="0"/>
              </a:rPr>
              <a:t>                </a:t>
            </a:r>
            <a:r>
              <a:rPr lang="en-SG" err="1">
                <a:latin typeface="Open Sans" panose="020B0606030504020204" pitchFamily="34" charset="0"/>
                <a:ea typeface="Open Sans" panose="020B0606030504020204" pitchFamily="34" charset="0"/>
                <a:cs typeface="Open Sans" panose="020B0606030504020204" pitchFamily="34" charset="0"/>
              </a:rPr>
              <a:t>console.error</a:t>
            </a:r>
            <a:r>
              <a:rPr lang="en-SG">
                <a:latin typeface="Open Sans" panose="020B0606030504020204" pitchFamily="34" charset="0"/>
                <a:ea typeface="Open Sans" panose="020B0606030504020204" pitchFamily="34" charset="0"/>
                <a:cs typeface="Open Sans" panose="020B0606030504020204" pitchFamily="34" charset="0"/>
              </a:rPr>
              <a:t>(</a:t>
            </a:r>
            <a:r>
              <a:rPr lang="en-SG" err="1">
                <a:latin typeface="Open Sans" panose="020B0606030504020204" pitchFamily="34" charset="0"/>
                <a:ea typeface="Open Sans" panose="020B0606030504020204" pitchFamily="34" charset="0"/>
                <a:cs typeface="Open Sans" panose="020B0606030504020204" pitchFamily="34" charset="0"/>
              </a:rPr>
              <a:t>error.message</a:t>
            </a:r>
            <a:r>
              <a:rPr lang="en-SG">
                <a:latin typeface="Open Sans" panose="020B0606030504020204" pitchFamily="34" charset="0"/>
                <a:ea typeface="Open Sans" panose="020B0606030504020204" pitchFamily="34" charset="0"/>
                <a:cs typeface="Open Sans" panose="020B0606030504020204" pitchFamily="34" charset="0"/>
              </a:rPr>
              <a:t>)</a:t>
            </a:r>
          </a:p>
          <a:p>
            <a:pPr marL="0" indent="0">
              <a:buNone/>
            </a:pPr>
            <a:r>
              <a:rPr lang="en-SG">
                <a:latin typeface="Open Sans" panose="020B0606030504020204" pitchFamily="34" charset="0"/>
                <a:ea typeface="Open Sans" panose="020B0606030504020204" pitchFamily="34" charset="0"/>
                <a:cs typeface="Open Sans" panose="020B0606030504020204" pitchFamily="34" charset="0"/>
              </a:rPr>
              <a:t>     }</a:t>
            </a:r>
          </a:p>
          <a:p>
            <a:pPr marL="0" indent="0">
              <a:buNone/>
            </a:pPr>
            <a:r>
              <a:rPr lang="en-SG">
                <a:latin typeface="Open Sans" panose="020B0606030504020204" pitchFamily="34" charset="0"/>
                <a:ea typeface="Open Sans" panose="020B0606030504020204" pitchFamily="34" charset="0"/>
                <a:cs typeface="Open Sans" panose="020B0606030504020204" pitchFamily="34" charset="0"/>
              </a:rPr>
              <a:t>}</a:t>
            </a:r>
          </a:p>
        </p:txBody>
      </p:sp>
      <p:sp>
        <p:nvSpPr>
          <p:cNvPr id="3" name="Google Shape;150;p13">
            <a:extLst>
              <a:ext uri="{FF2B5EF4-FFF2-40B4-BE49-F238E27FC236}">
                <a16:creationId xmlns:a16="http://schemas.microsoft.com/office/drawing/2014/main" id="{EB25CF40-61C8-046F-E8BA-102834E86F37}"/>
              </a:ext>
            </a:extLst>
          </p:cNvPr>
          <p:cNvSpPr/>
          <p:nvPr/>
        </p:nvSpPr>
        <p:spPr>
          <a:xfrm>
            <a:off x="5424000" y="4183356"/>
            <a:ext cx="3408300" cy="791737"/>
          </a:xfrm>
          <a:prstGeom prst="wedgeRoundRectCallout">
            <a:avLst>
              <a:gd name="adj1" fmla="val 46071"/>
              <a:gd name="adj2" fmla="val 6549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SG"/>
              <a:t>r</a:t>
            </a:r>
            <a:r>
              <a:rPr lang="en" sz="1400" b="0" i="0" u="none" strike="noStrike" cap="none">
                <a:solidFill>
                  <a:srgbClr val="000000"/>
                </a:solidFill>
                <a:latin typeface="Arial"/>
                <a:ea typeface="Arial"/>
                <a:cs typeface="Arial"/>
                <a:sym typeface="Arial"/>
              </a:rPr>
              <a:t>emember to run this in terminal</a:t>
            </a:r>
            <a:r>
              <a:rPr lang="en"/>
              <a:t> before running </a:t>
            </a:r>
            <a:r>
              <a:rPr lang="en" i="1"/>
              <a:t>Example11.vue</a:t>
            </a:r>
            <a:r>
              <a:rPr lang="en" sz="1400" b="0" i="0" u="none" strike="noStrike" cap="none">
                <a:solidFill>
                  <a:srgbClr val="000000"/>
                </a:solidFill>
                <a:latin typeface="Arial"/>
                <a:ea typeface="Arial"/>
                <a:cs typeface="Arial"/>
                <a:sym typeface="Arial"/>
              </a:rPr>
              <a:t>:</a:t>
            </a:r>
          </a:p>
          <a:p>
            <a:pPr marL="0" marR="0" lvl="0" indent="0" algn="l" rtl="0">
              <a:lnSpc>
                <a:spcPct val="115000"/>
              </a:lnSpc>
              <a:spcBef>
                <a:spcPts val="0"/>
              </a:spcBef>
              <a:spcAft>
                <a:spcPts val="0"/>
              </a:spcAft>
              <a:buClr>
                <a:srgbClr val="000000"/>
              </a:buClr>
              <a:buSzPts val="1400"/>
              <a:buFont typeface="Arial"/>
              <a:buNone/>
            </a:pPr>
            <a:r>
              <a:rPr lang="en-SG"/>
              <a:t>	</a:t>
            </a:r>
            <a:r>
              <a:rPr lang="en-SG" b="1"/>
              <a:t>p</a:t>
            </a:r>
            <a:r>
              <a:rPr lang="en" b="1"/>
              <a:t>npm add axios</a:t>
            </a:r>
            <a:endParaRPr sz="1400" b="1"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669648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228C191A-637A-32A7-EC71-F6E691F779BB}"/>
            </a:ext>
          </a:extLst>
        </p:cNvPr>
        <p:cNvGrpSpPr/>
        <p:nvPr/>
      </p:nvGrpSpPr>
      <p:grpSpPr>
        <a:xfrm>
          <a:off x="0" y="0"/>
          <a:ext cx="0" cy="0"/>
          <a:chOff x="0" y="0"/>
          <a:chExt cx="0" cy="0"/>
        </a:xfrm>
      </p:grpSpPr>
      <p:sp>
        <p:nvSpPr>
          <p:cNvPr id="163" name="Google Shape;163;p15">
            <a:extLst>
              <a:ext uri="{FF2B5EF4-FFF2-40B4-BE49-F238E27FC236}">
                <a16:creationId xmlns:a16="http://schemas.microsoft.com/office/drawing/2014/main" id="{79AACBBE-EEC4-C523-B610-7C5CC00ABC05}"/>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Axios: GET method</a:t>
            </a:r>
            <a:endParaRPr/>
          </a:p>
        </p:txBody>
      </p:sp>
      <p:sp>
        <p:nvSpPr>
          <p:cNvPr id="164" name="Google Shape;164;p15">
            <a:extLst>
              <a:ext uri="{FF2B5EF4-FFF2-40B4-BE49-F238E27FC236}">
                <a16:creationId xmlns:a16="http://schemas.microsoft.com/office/drawing/2014/main" id="{933BFAD3-1713-E129-AAC9-6EDBAB778579}"/>
              </a:ext>
            </a:extLst>
          </p:cNvPr>
          <p:cNvSpPr txBox="1">
            <a:spLocks noGrp="1"/>
          </p:cNvSpPr>
          <p:nvPr>
            <p:ph type="body" idx="1"/>
          </p:nvPr>
        </p:nvSpPr>
        <p:spPr>
          <a:xfrm>
            <a:off x="311700" y="1225225"/>
            <a:ext cx="4400000" cy="3354000"/>
          </a:xfrm>
          <a:prstGeom prst="rect">
            <a:avLst/>
          </a:prstGeom>
          <a:noFill/>
          <a:ln>
            <a:noFill/>
          </a:ln>
        </p:spPr>
        <p:txBody>
          <a:bodyPr spcFirstLastPara="1" wrap="square" lIns="91425" tIns="91425" rIns="91425" bIns="91425" anchor="t" anchorCtr="0">
            <a:noAutofit/>
          </a:bodyPr>
          <a:lstStyle/>
          <a:p>
            <a:pPr marL="0" lvl="0" indent="0">
              <a:spcBef>
                <a:spcPts val="600"/>
              </a:spcBef>
              <a:buNone/>
            </a:pPr>
            <a:r>
              <a:rPr lang="en-US"/>
              <a:t>Send </a:t>
            </a:r>
            <a:r>
              <a:rPr lang="en-US" b="1"/>
              <a:t>GET requests with parameters</a:t>
            </a:r>
          </a:p>
        </p:txBody>
      </p:sp>
      <p:sp>
        <p:nvSpPr>
          <p:cNvPr id="165" name="Google Shape;165;p15">
            <a:extLst>
              <a:ext uri="{FF2B5EF4-FFF2-40B4-BE49-F238E27FC236}">
                <a16:creationId xmlns:a16="http://schemas.microsoft.com/office/drawing/2014/main" id="{E03480B6-98DC-8EA6-FC30-F58B52A327D5}"/>
              </a:ext>
            </a:extLst>
          </p:cNvPr>
          <p:cNvSpPr txBox="1">
            <a:spLocks noGrp="1"/>
          </p:cNvSpPr>
          <p:nvPr>
            <p:ph type="body" idx="2"/>
          </p:nvPr>
        </p:nvSpPr>
        <p:spPr>
          <a:xfrm>
            <a:off x="4711700" y="1225224"/>
            <a:ext cx="4120600" cy="3602351"/>
          </a:xfrm>
          <a:prstGeom prst="rect">
            <a:avLst/>
          </a:prstGeom>
          <a:noFill/>
          <a:ln>
            <a:noFill/>
          </a:ln>
        </p:spPr>
        <p:txBody>
          <a:bodyPr spcFirstLastPara="1" wrap="square" lIns="91425" tIns="91425" rIns="91425" bIns="91425" anchor="t" anchorCtr="0">
            <a:noAutofit/>
          </a:bodyPr>
          <a:lstStyle/>
          <a:p>
            <a:pPr marL="0" lvl="0" indent="0">
              <a:buNone/>
            </a:pPr>
            <a:r>
              <a:rPr lang="en" b="1"/>
              <a:t>Example: </a:t>
            </a:r>
            <a:r>
              <a:rPr lang="en" i="1"/>
              <a:t>Example12.vue</a:t>
            </a:r>
          </a:p>
          <a:p>
            <a:pPr marL="0" indent="0">
              <a:buNone/>
            </a:pPr>
            <a:endParaRPr lang="en-SG" sz="1200">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SG" sz="1200">
                <a:latin typeface="Open Sans" panose="020B0606030504020204" pitchFamily="34" charset="0"/>
                <a:ea typeface="Open Sans" panose="020B0606030504020204" pitchFamily="34" charset="0"/>
                <a:cs typeface="Open Sans" panose="020B0606030504020204" pitchFamily="34" charset="0"/>
              </a:rPr>
              <a:t>  try {</a:t>
            </a:r>
          </a:p>
          <a:p>
            <a:pPr marL="0" indent="0">
              <a:buNone/>
            </a:pPr>
            <a:r>
              <a:rPr lang="en-SG" sz="1200">
                <a:latin typeface="Open Sans" panose="020B0606030504020204" pitchFamily="34" charset="0"/>
                <a:ea typeface="Open Sans" panose="020B0606030504020204" pitchFamily="34" charset="0"/>
                <a:cs typeface="Open Sans" panose="020B0606030504020204" pitchFamily="34" charset="0"/>
              </a:rPr>
              <a:t>    </a:t>
            </a:r>
            <a:r>
              <a:rPr lang="en-SG" sz="1200" err="1">
                <a:latin typeface="Open Sans" panose="020B0606030504020204" pitchFamily="34" charset="0"/>
                <a:ea typeface="Open Sans" panose="020B0606030504020204" pitchFamily="34" charset="0"/>
                <a:cs typeface="Open Sans" panose="020B0606030504020204" pitchFamily="34" charset="0"/>
              </a:rPr>
              <a:t>const</a:t>
            </a:r>
            <a:r>
              <a:rPr lang="en-SG" sz="1200">
                <a:latin typeface="Open Sans" panose="020B0606030504020204" pitchFamily="34" charset="0"/>
                <a:ea typeface="Open Sans" panose="020B0606030504020204" pitchFamily="34" charset="0"/>
                <a:cs typeface="Open Sans" panose="020B0606030504020204" pitchFamily="34" charset="0"/>
              </a:rPr>
              <a:t> response = await </a:t>
            </a:r>
            <a:r>
              <a:rPr lang="en-SG" sz="1200" b="1" err="1">
                <a:latin typeface="Open Sans" panose="020B0606030504020204" pitchFamily="34" charset="0"/>
                <a:ea typeface="Open Sans" panose="020B0606030504020204" pitchFamily="34" charset="0"/>
                <a:cs typeface="Open Sans" panose="020B0606030504020204" pitchFamily="34" charset="0"/>
              </a:rPr>
              <a:t>axios.get</a:t>
            </a:r>
            <a:r>
              <a:rPr lang="en-SG" sz="1200" b="1">
                <a:latin typeface="Open Sans" panose="020B0606030504020204" pitchFamily="34" charset="0"/>
                <a:ea typeface="Open Sans" panose="020B0606030504020204" pitchFamily="34" charset="0"/>
                <a:cs typeface="Open Sans" panose="020B0606030504020204" pitchFamily="34" charset="0"/>
              </a:rPr>
              <a:t>(</a:t>
            </a:r>
            <a:r>
              <a:rPr lang="en-SG" sz="1200" b="1" err="1">
                <a:latin typeface="Open Sans" panose="020B0606030504020204" pitchFamily="34" charset="0"/>
                <a:ea typeface="Open Sans" panose="020B0606030504020204" pitchFamily="34" charset="0"/>
                <a:cs typeface="Open Sans" panose="020B0606030504020204" pitchFamily="34" charset="0"/>
              </a:rPr>
              <a:t>url</a:t>
            </a:r>
            <a:r>
              <a:rPr lang="en-SG" sz="1200" b="1">
                <a:latin typeface="Open Sans" panose="020B0606030504020204" pitchFamily="34" charset="0"/>
                <a:ea typeface="Open Sans" panose="020B0606030504020204" pitchFamily="34" charset="0"/>
                <a:cs typeface="Open Sans" panose="020B0606030504020204" pitchFamily="34" charset="0"/>
              </a:rPr>
              <a:t>, {</a:t>
            </a:r>
          </a:p>
          <a:p>
            <a:pPr marL="0" indent="0">
              <a:buNone/>
            </a:pPr>
            <a:r>
              <a:rPr lang="en-SG" sz="1200" b="1">
                <a:latin typeface="Open Sans" panose="020B0606030504020204" pitchFamily="34" charset="0"/>
                <a:ea typeface="Open Sans" panose="020B0606030504020204" pitchFamily="34" charset="0"/>
                <a:cs typeface="Open Sans" panose="020B0606030504020204" pitchFamily="34" charset="0"/>
              </a:rPr>
              <a:t>      params: {</a:t>
            </a:r>
          </a:p>
          <a:p>
            <a:pPr marL="0" indent="0">
              <a:buNone/>
            </a:pPr>
            <a:r>
              <a:rPr lang="en-SG" sz="1200" b="1">
                <a:latin typeface="Open Sans" panose="020B0606030504020204" pitchFamily="34" charset="0"/>
                <a:ea typeface="Open Sans" panose="020B0606030504020204" pitchFamily="34" charset="0"/>
                <a:cs typeface="Open Sans" panose="020B0606030504020204" pitchFamily="34" charset="0"/>
              </a:rPr>
              <a:t>        name1: value1,</a:t>
            </a:r>
          </a:p>
          <a:p>
            <a:pPr marL="0" indent="0">
              <a:buNone/>
            </a:pPr>
            <a:r>
              <a:rPr lang="en-SG" sz="1200" b="1">
                <a:latin typeface="Open Sans" panose="020B0606030504020204" pitchFamily="34" charset="0"/>
                <a:ea typeface="Open Sans" panose="020B0606030504020204" pitchFamily="34" charset="0"/>
                <a:cs typeface="Open Sans" panose="020B0606030504020204" pitchFamily="34" charset="0"/>
              </a:rPr>
              <a:t>        name2: value2</a:t>
            </a:r>
          </a:p>
          <a:p>
            <a:pPr marL="0" indent="0">
              <a:buNone/>
            </a:pPr>
            <a:r>
              <a:rPr lang="en-SG" sz="1200" b="1">
                <a:latin typeface="Open Sans" panose="020B0606030504020204" pitchFamily="34" charset="0"/>
                <a:ea typeface="Open Sans" panose="020B0606030504020204" pitchFamily="34" charset="0"/>
                <a:cs typeface="Open Sans" panose="020B0606030504020204" pitchFamily="34" charset="0"/>
              </a:rPr>
              <a:t>      },</a:t>
            </a:r>
          </a:p>
          <a:p>
            <a:pPr marL="0" indent="0">
              <a:buNone/>
            </a:pPr>
            <a:r>
              <a:rPr lang="en-SG" sz="1200" b="1">
                <a:latin typeface="Open Sans" panose="020B0606030504020204" pitchFamily="34" charset="0"/>
                <a:ea typeface="Open Sans" panose="020B0606030504020204" pitchFamily="34" charset="0"/>
                <a:cs typeface="Open Sans" panose="020B0606030504020204" pitchFamily="34" charset="0"/>
              </a:rPr>
              <a:t>    })</a:t>
            </a:r>
          </a:p>
          <a:p>
            <a:pPr marL="0" indent="0">
              <a:buNone/>
            </a:pPr>
            <a:r>
              <a:rPr lang="en-SG" sz="1200">
                <a:latin typeface="Open Sans" panose="020B0606030504020204" pitchFamily="34" charset="0"/>
                <a:ea typeface="Open Sans" panose="020B0606030504020204" pitchFamily="34" charset="0"/>
                <a:cs typeface="Open Sans" panose="020B0606030504020204" pitchFamily="34" charset="0"/>
              </a:rPr>
              <a:t>    console.log(</a:t>
            </a:r>
            <a:r>
              <a:rPr lang="en-SG" sz="1200" err="1">
                <a:latin typeface="Open Sans" panose="020B0606030504020204" pitchFamily="34" charset="0"/>
                <a:ea typeface="Open Sans" panose="020B0606030504020204" pitchFamily="34" charset="0"/>
                <a:cs typeface="Open Sans" panose="020B0606030504020204" pitchFamily="34" charset="0"/>
              </a:rPr>
              <a:t>response.data</a:t>
            </a:r>
            <a:r>
              <a:rPr lang="en-SG" sz="1200">
                <a:latin typeface="Open Sans" panose="020B0606030504020204" pitchFamily="34" charset="0"/>
                <a:ea typeface="Open Sans" panose="020B0606030504020204" pitchFamily="34" charset="0"/>
                <a:cs typeface="Open Sans" panose="020B0606030504020204" pitchFamily="34" charset="0"/>
              </a:rPr>
              <a:t>)</a:t>
            </a:r>
          </a:p>
          <a:p>
            <a:pPr marL="0" indent="0">
              <a:buNone/>
            </a:pPr>
            <a:r>
              <a:rPr lang="en-SG" sz="1200">
                <a:latin typeface="Open Sans" panose="020B0606030504020204" pitchFamily="34" charset="0"/>
                <a:ea typeface="Open Sans" panose="020B0606030504020204" pitchFamily="34" charset="0"/>
                <a:cs typeface="Open Sans" panose="020B0606030504020204" pitchFamily="34" charset="0"/>
              </a:rPr>
              <a:t>} catch (error) {</a:t>
            </a:r>
          </a:p>
          <a:p>
            <a:pPr marL="0" indent="0">
              <a:buNone/>
            </a:pPr>
            <a:r>
              <a:rPr lang="en-SG" sz="1200">
                <a:latin typeface="Open Sans" panose="020B0606030504020204" pitchFamily="34" charset="0"/>
                <a:ea typeface="Open Sans" panose="020B0606030504020204" pitchFamily="34" charset="0"/>
                <a:cs typeface="Open Sans" panose="020B0606030504020204" pitchFamily="34" charset="0"/>
              </a:rPr>
              <a:t>    console.log(</a:t>
            </a:r>
            <a:r>
              <a:rPr lang="en-SG" sz="1200" err="1">
                <a:latin typeface="Open Sans" panose="020B0606030504020204" pitchFamily="34" charset="0"/>
                <a:ea typeface="Open Sans" panose="020B0606030504020204" pitchFamily="34" charset="0"/>
                <a:cs typeface="Open Sans" panose="020B0606030504020204" pitchFamily="34" charset="0"/>
              </a:rPr>
              <a:t>error.message</a:t>
            </a:r>
            <a:r>
              <a:rPr lang="en-SG" sz="1200">
                <a:latin typeface="Open Sans" panose="020B0606030504020204" pitchFamily="34" charset="0"/>
                <a:ea typeface="Open Sans" panose="020B0606030504020204" pitchFamily="34" charset="0"/>
                <a:cs typeface="Open Sans" panose="020B0606030504020204" pitchFamily="34" charset="0"/>
              </a:rPr>
              <a:t>)</a:t>
            </a:r>
          </a:p>
          <a:p>
            <a:pPr marL="0" indent="0">
              <a:buNone/>
            </a:pPr>
            <a:r>
              <a:rPr lang="en-SG" sz="1200">
                <a:latin typeface="Open Sans" panose="020B0606030504020204" pitchFamily="34" charset="0"/>
                <a:ea typeface="Open Sans" panose="020B0606030504020204" pitchFamily="34" charset="0"/>
                <a:cs typeface="Open Sans" panose="020B0606030504020204" pitchFamily="34" charset="0"/>
              </a:rPr>
              <a:t>  }</a:t>
            </a:r>
          </a:p>
          <a:p>
            <a:pPr marL="0" indent="0">
              <a:buNone/>
            </a:pPr>
            <a:r>
              <a:rPr lang="en-SG" sz="120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26354055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01928504-9A46-011F-B271-BFDE4410CFEE}"/>
            </a:ext>
          </a:extLst>
        </p:cNvPr>
        <p:cNvGrpSpPr/>
        <p:nvPr/>
      </p:nvGrpSpPr>
      <p:grpSpPr>
        <a:xfrm>
          <a:off x="0" y="0"/>
          <a:ext cx="0" cy="0"/>
          <a:chOff x="0" y="0"/>
          <a:chExt cx="0" cy="0"/>
        </a:xfrm>
      </p:grpSpPr>
      <p:sp>
        <p:nvSpPr>
          <p:cNvPr id="163" name="Google Shape;163;p15">
            <a:extLst>
              <a:ext uri="{FF2B5EF4-FFF2-40B4-BE49-F238E27FC236}">
                <a16:creationId xmlns:a16="http://schemas.microsoft.com/office/drawing/2014/main" id="{C62B9EF4-66A1-E9BF-108B-C6325DD63903}"/>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Axios: POST method</a:t>
            </a:r>
            <a:endParaRPr/>
          </a:p>
        </p:txBody>
      </p:sp>
      <p:sp>
        <p:nvSpPr>
          <p:cNvPr id="164" name="Google Shape;164;p15">
            <a:extLst>
              <a:ext uri="{FF2B5EF4-FFF2-40B4-BE49-F238E27FC236}">
                <a16:creationId xmlns:a16="http://schemas.microsoft.com/office/drawing/2014/main" id="{DB3A6680-5889-3851-5046-68C8361BF8CF}"/>
              </a:ext>
            </a:extLst>
          </p:cNvPr>
          <p:cNvSpPr txBox="1">
            <a:spLocks noGrp="1"/>
          </p:cNvSpPr>
          <p:nvPr>
            <p:ph type="body" idx="1"/>
          </p:nvPr>
        </p:nvSpPr>
        <p:spPr>
          <a:xfrm>
            <a:off x="311700" y="1225225"/>
            <a:ext cx="4400000" cy="3354000"/>
          </a:xfrm>
          <a:prstGeom prst="rect">
            <a:avLst/>
          </a:prstGeom>
          <a:noFill/>
          <a:ln>
            <a:noFill/>
          </a:ln>
        </p:spPr>
        <p:txBody>
          <a:bodyPr spcFirstLastPara="1" wrap="square" lIns="91425" tIns="91425" rIns="91425" bIns="91425" anchor="t" anchorCtr="0">
            <a:noAutofit/>
          </a:bodyPr>
          <a:lstStyle/>
          <a:p>
            <a:pPr marL="0" lvl="0" indent="0">
              <a:spcBef>
                <a:spcPts val="600"/>
              </a:spcBef>
              <a:buNone/>
            </a:pPr>
            <a:r>
              <a:rPr lang="en-US"/>
              <a:t>Send </a:t>
            </a:r>
            <a:r>
              <a:rPr lang="en-US" b="1"/>
              <a:t>POST requests with parameters</a:t>
            </a:r>
          </a:p>
          <a:p>
            <a:pPr>
              <a:lnSpc>
                <a:spcPct val="114999"/>
              </a:lnSpc>
              <a:buNone/>
            </a:pPr>
            <a:r>
              <a:rPr lang="en-US"/>
              <a:t>- Passing plain JavaScript object to POST request body</a:t>
            </a:r>
          </a:p>
        </p:txBody>
      </p:sp>
      <p:sp>
        <p:nvSpPr>
          <p:cNvPr id="165" name="Google Shape;165;p15">
            <a:extLst>
              <a:ext uri="{FF2B5EF4-FFF2-40B4-BE49-F238E27FC236}">
                <a16:creationId xmlns:a16="http://schemas.microsoft.com/office/drawing/2014/main" id="{6330BC0B-5BBB-7A57-C2CA-6612AAFA0908}"/>
              </a:ext>
            </a:extLst>
          </p:cNvPr>
          <p:cNvSpPr txBox="1">
            <a:spLocks noGrp="1"/>
          </p:cNvSpPr>
          <p:nvPr>
            <p:ph type="body" idx="2"/>
          </p:nvPr>
        </p:nvSpPr>
        <p:spPr>
          <a:xfrm>
            <a:off x="4711700" y="1225224"/>
            <a:ext cx="4120600" cy="3602351"/>
          </a:xfrm>
          <a:prstGeom prst="rect">
            <a:avLst/>
          </a:prstGeom>
          <a:noFill/>
          <a:ln>
            <a:noFill/>
          </a:ln>
        </p:spPr>
        <p:txBody>
          <a:bodyPr spcFirstLastPara="1" wrap="square" lIns="91425" tIns="91425" rIns="91425" bIns="91425" anchor="t" anchorCtr="0">
            <a:noAutofit/>
          </a:bodyPr>
          <a:lstStyle/>
          <a:p>
            <a:pPr marL="0" lvl="0" indent="0">
              <a:buNone/>
            </a:pPr>
            <a:r>
              <a:rPr lang="en" b="1"/>
              <a:t>Example </a:t>
            </a:r>
            <a:r>
              <a:rPr lang="en" i="1"/>
              <a:t>Exercise 5</a:t>
            </a:r>
          </a:p>
          <a:p>
            <a:pPr marL="0" indent="0">
              <a:buNone/>
            </a:pPr>
            <a:endParaRPr lang="en-SG" sz="1200">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SG" sz="1200">
                <a:latin typeface="Open Sans" panose="020B0606030504020204" pitchFamily="34" charset="0"/>
                <a:ea typeface="Open Sans" panose="020B0606030504020204" pitchFamily="34" charset="0"/>
                <a:cs typeface="Open Sans" panose="020B0606030504020204" pitchFamily="34" charset="0"/>
              </a:rPr>
              <a:t>  try {</a:t>
            </a:r>
          </a:p>
          <a:p>
            <a:pPr marL="0" indent="0">
              <a:buNone/>
            </a:pPr>
            <a:r>
              <a:rPr lang="en-SG" sz="1200">
                <a:latin typeface="Open Sans" panose="020B0606030504020204" pitchFamily="34" charset="0"/>
                <a:ea typeface="Open Sans" panose="020B0606030504020204" pitchFamily="34" charset="0"/>
                <a:cs typeface="Open Sans" panose="020B0606030504020204" pitchFamily="34" charset="0"/>
              </a:rPr>
              <a:t>    </a:t>
            </a:r>
            <a:r>
              <a:rPr lang="en-SG" sz="1200" err="1">
                <a:latin typeface="Open Sans" panose="020B0606030504020204" pitchFamily="34" charset="0"/>
                <a:ea typeface="Open Sans" panose="020B0606030504020204" pitchFamily="34" charset="0"/>
                <a:cs typeface="Open Sans" panose="020B0606030504020204" pitchFamily="34" charset="0"/>
              </a:rPr>
              <a:t>const</a:t>
            </a:r>
            <a:r>
              <a:rPr lang="en-SG" sz="1200">
                <a:latin typeface="Open Sans" panose="020B0606030504020204" pitchFamily="34" charset="0"/>
                <a:ea typeface="Open Sans" panose="020B0606030504020204" pitchFamily="34" charset="0"/>
                <a:cs typeface="Open Sans" panose="020B0606030504020204" pitchFamily="34" charset="0"/>
              </a:rPr>
              <a:t> response = await </a:t>
            </a:r>
            <a:r>
              <a:rPr lang="en-US" sz="1200" b="1" err="1">
                <a:latin typeface="Open Sans" panose="020B0606030504020204" pitchFamily="34" charset="0"/>
                <a:ea typeface="Open Sans" panose="020B0606030504020204" pitchFamily="34" charset="0"/>
                <a:cs typeface="Open Sans" panose="020B0606030504020204" pitchFamily="34" charset="0"/>
              </a:rPr>
              <a:t>axios.post</a:t>
            </a:r>
            <a:r>
              <a:rPr lang="en-US" sz="1200" b="1">
                <a:latin typeface="Open Sans" panose="020B0606030504020204" pitchFamily="34" charset="0"/>
                <a:ea typeface="Open Sans" panose="020B0606030504020204" pitchFamily="34" charset="0"/>
                <a:cs typeface="Open Sans" panose="020B0606030504020204" pitchFamily="34" charset="0"/>
              </a:rPr>
              <a:t>(</a:t>
            </a:r>
            <a:r>
              <a:rPr lang="en-US" sz="1200" b="1" err="1">
                <a:latin typeface="Open Sans" panose="020B0606030504020204" pitchFamily="34" charset="0"/>
                <a:ea typeface="Open Sans" panose="020B0606030504020204" pitchFamily="34" charset="0"/>
                <a:cs typeface="Open Sans" panose="020B0606030504020204" pitchFamily="34" charset="0"/>
              </a:rPr>
              <a:t>url</a:t>
            </a:r>
            <a:r>
              <a:rPr lang="en-US" sz="1200" b="1">
                <a:latin typeface="Open Sans" panose="020B0606030504020204" pitchFamily="34" charset="0"/>
                <a:ea typeface="Open Sans" panose="020B0606030504020204" pitchFamily="34" charset="0"/>
                <a:cs typeface="Open Sans" panose="020B0606030504020204" pitchFamily="34" charset="0"/>
              </a:rPr>
              <a:t>, {</a:t>
            </a:r>
          </a:p>
          <a:p>
            <a:pPr marL="0" indent="0">
              <a:buNone/>
            </a:pPr>
            <a:r>
              <a:rPr lang="en-US" sz="1200" b="1">
                <a:latin typeface="Open Sans" panose="020B0606030504020204" pitchFamily="34" charset="0"/>
                <a:ea typeface="Open Sans" panose="020B0606030504020204" pitchFamily="34" charset="0"/>
                <a:cs typeface="Open Sans" panose="020B0606030504020204" pitchFamily="34" charset="0"/>
              </a:rPr>
              <a:t>        	name1 : value1,</a:t>
            </a:r>
          </a:p>
          <a:p>
            <a:pPr marL="0" indent="0">
              <a:buNone/>
            </a:pPr>
            <a:r>
              <a:rPr lang="en-US" sz="1200" b="1">
                <a:latin typeface="Open Sans" panose="020B0606030504020204" pitchFamily="34" charset="0"/>
                <a:ea typeface="Open Sans" panose="020B0606030504020204" pitchFamily="34" charset="0"/>
                <a:cs typeface="Open Sans" panose="020B0606030504020204" pitchFamily="34" charset="0"/>
              </a:rPr>
              <a:t>            	name2 : value2</a:t>
            </a:r>
          </a:p>
          <a:p>
            <a:pPr marL="0" indent="0">
              <a:buNone/>
            </a:pPr>
            <a:r>
              <a:rPr lang="en-US" sz="1200" b="1">
                <a:latin typeface="Open Sans" panose="020B0606030504020204" pitchFamily="34" charset="0"/>
                <a:ea typeface="Open Sans" panose="020B0606030504020204" pitchFamily="34" charset="0"/>
                <a:cs typeface="Open Sans" panose="020B0606030504020204" pitchFamily="34" charset="0"/>
              </a:rPr>
              <a:t>      })</a:t>
            </a:r>
          </a:p>
          <a:p>
            <a:pPr marL="0" indent="0">
              <a:buNone/>
            </a:pPr>
            <a:r>
              <a:rPr lang="en-SG" sz="1200">
                <a:latin typeface="Open Sans" panose="020B0606030504020204" pitchFamily="34" charset="0"/>
                <a:ea typeface="Open Sans" panose="020B0606030504020204" pitchFamily="34" charset="0"/>
                <a:cs typeface="Open Sans" panose="020B0606030504020204" pitchFamily="34" charset="0"/>
              </a:rPr>
              <a:t>    </a:t>
            </a:r>
            <a:r>
              <a:rPr lang="en-SG" sz="1200" err="1">
                <a:latin typeface="Open Sans" panose="020B0606030504020204" pitchFamily="34" charset="0"/>
                <a:ea typeface="Open Sans" panose="020B0606030504020204" pitchFamily="34" charset="0"/>
                <a:cs typeface="Open Sans" panose="020B0606030504020204" pitchFamily="34" charset="0"/>
              </a:rPr>
              <a:t>console.log</a:t>
            </a:r>
            <a:r>
              <a:rPr lang="en-SG" sz="1200">
                <a:latin typeface="Open Sans" panose="020B0606030504020204" pitchFamily="34" charset="0"/>
                <a:ea typeface="Open Sans" panose="020B0606030504020204" pitchFamily="34" charset="0"/>
                <a:cs typeface="Open Sans" panose="020B0606030504020204" pitchFamily="34" charset="0"/>
              </a:rPr>
              <a:t>(</a:t>
            </a:r>
            <a:r>
              <a:rPr lang="en-SG" sz="1200" err="1">
                <a:latin typeface="Open Sans" panose="020B0606030504020204" pitchFamily="34" charset="0"/>
                <a:ea typeface="Open Sans" panose="020B0606030504020204" pitchFamily="34" charset="0"/>
                <a:cs typeface="Open Sans" panose="020B0606030504020204" pitchFamily="34" charset="0"/>
              </a:rPr>
              <a:t>response.data</a:t>
            </a:r>
            <a:r>
              <a:rPr lang="en-SG" sz="1200">
                <a:latin typeface="Open Sans" panose="020B0606030504020204" pitchFamily="34" charset="0"/>
                <a:ea typeface="Open Sans" panose="020B0606030504020204" pitchFamily="34" charset="0"/>
                <a:cs typeface="Open Sans" panose="020B0606030504020204" pitchFamily="34" charset="0"/>
              </a:rPr>
              <a:t>)</a:t>
            </a:r>
          </a:p>
          <a:p>
            <a:pPr marL="0" indent="0">
              <a:buNone/>
            </a:pPr>
            <a:r>
              <a:rPr lang="en-SG" sz="1200">
                <a:latin typeface="Open Sans" panose="020B0606030504020204" pitchFamily="34" charset="0"/>
                <a:ea typeface="Open Sans" panose="020B0606030504020204" pitchFamily="34" charset="0"/>
                <a:cs typeface="Open Sans" panose="020B0606030504020204" pitchFamily="34" charset="0"/>
              </a:rPr>
              <a:t>} catch (error) {</a:t>
            </a:r>
          </a:p>
          <a:p>
            <a:pPr marL="0" indent="0">
              <a:buNone/>
            </a:pPr>
            <a:r>
              <a:rPr lang="en-SG" sz="1200">
                <a:latin typeface="Open Sans" panose="020B0606030504020204" pitchFamily="34" charset="0"/>
                <a:ea typeface="Open Sans" panose="020B0606030504020204" pitchFamily="34" charset="0"/>
                <a:cs typeface="Open Sans" panose="020B0606030504020204" pitchFamily="34" charset="0"/>
              </a:rPr>
              <a:t>    </a:t>
            </a:r>
            <a:r>
              <a:rPr lang="en-SG" sz="1200" err="1">
                <a:latin typeface="Open Sans" panose="020B0606030504020204" pitchFamily="34" charset="0"/>
                <a:ea typeface="Open Sans" panose="020B0606030504020204" pitchFamily="34" charset="0"/>
                <a:cs typeface="Open Sans" panose="020B0606030504020204" pitchFamily="34" charset="0"/>
              </a:rPr>
              <a:t>console.log</a:t>
            </a:r>
            <a:r>
              <a:rPr lang="en-SG" sz="1200">
                <a:latin typeface="Open Sans" panose="020B0606030504020204" pitchFamily="34" charset="0"/>
                <a:ea typeface="Open Sans" panose="020B0606030504020204" pitchFamily="34" charset="0"/>
                <a:cs typeface="Open Sans" panose="020B0606030504020204" pitchFamily="34" charset="0"/>
              </a:rPr>
              <a:t>(</a:t>
            </a:r>
            <a:r>
              <a:rPr lang="en-SG" sz="1200" err="1">
                <a:latin typeface="Open Sans" panose="020B0606030504020204" pitchFamily="34" charset="0"/>
                <a:ea typeface="Open Sans" panose="020B0606030504020204" pitchFamily="34" charset="0"/>
                <a:cs typeface="Open Sans" panose="020B0606030504020204" pitchFamily="34" charset="0"/>
              </a:rPr>
              <a:t>error.message</a:t>
            </a:r>
            <a:r>
              <a:rPr lang="en-SG" sz="1200">
                <a:latin typeface="Open Sans" panose="020B0606030504020204" pitchFamily="34" charset="0"/>
                <a:ea typeface="Open Sans" panose="020B0606030504020204" pitchFamily="34" charset="0"/>
                <a:cs typeface="Open Sans" panose="020B0606030504020204" pitchFamily="34" charset="0"/>
              </a:rPr>
              <a:t>)</a:t>
            </a:r>
          </a:p>
          <a:p>
            <a:pPr marL="0" indent="0">
              <a:buNone/>
            </a:pPr>
            <a:r>
              <a:rPr lang="en-SG" sz="1200">
                <a:latin typeface="Open Sans" panose="020B0606030504020204" pitchFamily="34" charset="0"/>
                <a:ea typeface="Open Sans" panose="020B0606030504020204" pitchFamily="34" charset="0"/>
                <a:cs typeface="Open Sans" panose="020B0606030504020204" pitchFamily="34" charset="0"/>
              </a:rPr>
              <a:t>  }</a:t>
            </a:r>
          </a:p>
          <a:p>
            <a:pPr marL="0" indent="0">
              <a:buNone/>
            </a:pPr>
            <a:r>
              <a:rPr lang="en-SG" sz="120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20464363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38026487-9072-CF80-E649-F815E4AA5BE1}"/>
            </a:ext>
          </a:extLst>
        </p:cNvPr>
        <p:cNvGrpSpPr/>
        <p:nvPr/>
      </p:nvGrpSpPr>
      <p:grpSpPr>
        <a:xfrm>
          <a:off x="0" y="0"/>
          <a:ext cx="0" cy="0"/>
          <a:chOff x="0" y="0"/>
          <a:chExt cx="0" cy="0"/>
        </a:xfrm>
      </p:grpSpPr>
      <p:sp>
        <p:nvSpPr>
          <p:cNvPr id="163" name="Google Shape;163;p15">
            <a:extLst>
              <a:ext uri="{FF2B5EF4-FFF2-40B4-BE49-F238E27FC236}">
                <a16:creationId xmlns:a16="http://schemas.microsoft.com/office/drawing/2014/main" id="{67227AF0-E7FD-1A00-4AC6-35A4E4E27458}"/>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r>
              <a:rPr lang="en"/>
              <a:t>Axios: PUT method</a:t>
            </a:r>
            <a:endParaRPr/>
          </a:p>
        </p:txBody>
      </p:sp>
      <p:sp>
        <p:nvSpPr>
          <p:cNvPr id="164" name="Google Shape;164;p15">
            <a:extLst>
              <a:ext uri="{FF2B5EF4-FFF2-40B4-BE49-F238E27FC236}">
                <a16:creationId xmlns:a16="http://schemas.microsoft.com/office/drawing/2014/main" id="{033F6A97-0DE8-12BC-64FB-4CF991BDB33C}"/>
              </a:ext>
            </a:extLst>
          </p:cNvPr>
          <p:cNvSpPr txBox="1">
            <a:spLocks noGrp="1"/>
          </p:cNvSpPr>
          <p:nvPr>
            <p:ph type="body" idx="1"/>
          </p:nvPr>
        </p:nvSpPr>
        <p:spPr>
          <a:xfrm>
            <a:off x="311700" y="1225225"/>
            <a:ext cx="4400000" cy="3354000"/>
          </a:xfrm>
          <a:prstGeom prst="rect">
            <a:avLst/>
          </a:prstGeom>
          <a:noFill/>
          <a:ln>
            <a:noFill/>
          </a:ln>
        </p:spPr>
        <p:txBody>
          <a:bodyPr spcFirstLastPara="1" wrap="square" lIns="91425" tIns="91425" rIns="91425" bIns="91425" anchor="t" anchorCtr="0">
            <a:noAutofit/>
          </a:bodyPr>
          <a:lstStyle/>
          <a:p>
            <a:pPr marL="0" indent="0">
              <a:lnSpc>
                <a:spcPct val="114999"/>
              </a:lnSpc>
              <a:spcBef>
                <a:spcPts val="600"/>
              </a:spcBef>
              <a:buNone/>
            </a:pPr>
            <a:r>
              <a:rPr lang="en-US"/>
              <a:t>send an </a:t>
            </a:r>
            <a:r>
              <a:rPr lang="en-US" b="1"/>
              <a:t>HTTP PUT</a:t>
            </a:r>
            <a:r>
              <a:rPr lang="en-US"/>
              <a:t> request, with parameters, to a server, typically to completely replace an existing resource or create it if it does not exist</a:t>
            </a:r>
          </a:p>
        </p:txBody>
      </p:sp>
      <p:sp>
        <p:nvSpPr>
          <p:cNvPr id="165" name="Google Shape;165;p15">
            <a:extLst>
              <a:ext uri="{FF2B5EF4-FFF2-40B4-BE49-F238E27FC236}">
                <a16:creationId xmlns:a16="http://schemas.microsoft.com/office/drawing/2014/main" id="{2B867BA2-1998-65F7-CC45-1C3CA94B8392}"/>
              </a:ext>
            </a:extLst>
          </p:cNvPr>
          <p:cNvSpPr txBox="1">
            <a:spLocks noGrp="1"/>
          </p:cNvSpPr>
          <p:nvPr>
            <p:ph type="body" idx="2"/>
          </p:nvPr>
        </p:nvSpPr>
        <p:spPr>
          <a:xfrm>
            <a:off x="4711700" y="1225224"/>
            <a:ext cx="4120600" cy="3602351"/>
          </a:xfrm>
          <a:prstGeom prst="rect">
            <a:avLst/>
          </a:prstGeom>
          <a:noFill/>
          <a:ln>
            <a:noFill/>
          </a:ln>
        </p:spPr>
        <p:txBody>
          <a:bodyPr spcFirstLastPara="1" wrap="square" lIns="91425" tIns="91425" rIns="91425" bIns="91425" anchor="t" anchorCtr="0">
            <a:noAutofit/>
          </a:bodyPr>
          <a:lstStyle/>
          <a:p>
            <a:pPr marL="0" lvl="0" indent="0">
              <a:buNone/>
            </a:pPr>
            <a:r>
              <a:rPr lang="en" b="1"/>
              <a:t>Example: </a:t>
            </a:r>
            <a:r>
              <a:rPr lang="en" i="1"/>
              <a:t>Example14.vue</a:t>
            </a:r>
          </a:p>
          <a:p>
            <a:pPr marL="0" indent="0">
              <a:buNone/>
            </a:pPr>
            <a:endParaRPr lang="en-SG" sz="1200">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SG" sz="1200">
                <a:latin typeface="Open Sans"/>
                <a:ea typeface="Open Sans"/>
                <a:cs typeface="Open Sans"/>
              </a:rPr>
              <a:t> </a:t>
            </a:r>
            <a:r>
              <a:rPr lang="en-SG" sz="1200">
                <a:solidFill>
                  <a:srgbClr val="000000"/>
                </a:solidFill>
                <a:latin typeface="Open Sans"/>
                <a:ea typeface="Open Sans"/>
                <a:cs typeface="Open Sans"/>
              </a:rPr>
              <a:t>try {</a:t>
            </a:r>
          </a:p>
          <a:p>
            <a:pPr marL="0" indent="0">
              <a:lnSpc>
                <a:spcPct val="114999"/>
              </a:lnSpc>
              <a:buNone/>
            </a:pPr>
            <a:r>
              <a:rPr lang="en-SG" sz="1200">
                <a:solidFill>
                  <a:srgbClr val="000000"/>
                </a:solidFill>
                <a:latin typeface="Open Sans"/>
                <a:ea typeface="Open Sans"/>
                <a:cs typeface="Open Sans"/>
              </a:rPr>
              <a:t>        </a:t>
            </a:r>
            <a:r>
              <a:rPr lang="en-SG" sz="1200" err="1">
                <a:solidFill>
                  <a:srgbClr val="000000"/>
                </a:solidFill>
                <a:latin typeface="Open Sans"/>
                <a:ea typeface="Open Sans"/>
                <a:cs typeface="Open Sans"/>
              </a:rPr>
              <a:t>const</a:t>
            </a:r>
            <a:r>
              <a:rPr lang="en-SG" sz="1200">
                <a:solidFill>
                  <a:srgbClr val="000000"/>
                </a:solidFill>
                <a:latin typeface="Open Sans"/>
                <a:ea typeface="Open Sans"/>
                <a:cs typeface="Open Sans"/>
              </a:rPr>
              <a:t> response = await </a:t>
            </a:r>
            <a:r>
              <a:rPr lang="en-SG" sz="1200" err="1">
                <a:solidFill>
                  <a:srgbClr val="000000"/>
                </a:solidFill>
                <a:latin typeface="Open Sans"/>
                <a:ea typeface="Open Sans"/>
                <a:cs typeface="Open Sans"/>
              </a:rPr>
              <a:t>axios.</a:t>
            </a:r>
            <a:r>
              <a:rPr lang="en-SG" sz="1200" b="1" err="1">
                <a:solidFill>
                  <a:srgbClr val="000000"/>
                </a:solidFill>
                <a:latin typeface="Open Sans"/>
                <a:ea typeface="Open Sans"/>
                <a:cs typeface="Open Sans"/>
              </a:rPr>
              <a:t>put</a:t>
            </a:r>
            <a:r>
              <a:rPr lang="en-SG" sz="1200" b="1">
                <a:solidFill>
                  <a:srgbClr val="000000"/>
                </a:solidFill>
                <a:latin typeface="Open Sans"/>
                <a:ea typeface="Open Sans"/>
                <a:cs typeface="Open Sans"/>
              </a:rPr>
              <a:t>(</a:t>
            </a:r>
            <a:r>
              <a:rPr lang="en-SG" sz="1200" b="1" err="1">
                <a:solidFill>
                  <a:srgbClr val="000000"/>
                </a:solidFill>
                <a:latin typeface="Open Sans"/>
                <a:ea typeface="Open Sans"/>
                <a:cs typeface="Open Sans"/>
              </a:rPr>
              <a:t>url</a:t>
            </a:r>
            <a:r>
              <a:rPr lang="en-SG" sz="1200" b="1">
                <a:solidFill>
                  <a:srgbClr val="000000"/>
                </a:solidFill>
                <a:latin typeface="Open Sans"/>
                <a:ea typeface="Open Sans"/>
                <a:cs typeface="Open Sans"/>
              </a:rPr>
              <a:t>, {</a:t>
            </a:r>
            <a:endParaRPr lang="en-SG" b="1"/>
          </a:p>
          <a:p>
            <a:pPr marL="0" indent="0">
              <a:lnSpc>
                <a:spcPct val="114999"/>
              </a:lnSpc>
              <a:buNone/>
            </a:pPr>
            <a:r>
              <a:rPr lang="en-SG" sz="1200" b="1">
                <a:solidFill>
                  <a:srgbClr val="000000"/>
                </a:solidFill>
                <a:latin typeface="Open Sans"/>
                <a:ea typeface="Open Sans"/>
                <a:cs typeface="Open Sans"/>
              </a:rPr>
              <a:t>      </a:t>
            </a:r>
            <a:r>
              <a:rPr lang="en-US" sz="1200" b="1">
                <a:solidFill>
                  <a:srgbClr val="000000"/>
                </a:solidFill>
                <a:latin typeface="Open Sans"/>
                <a:ea typeface="Open Sans"/>
                <a:cs typeface="Open Sans"/>
              </a:rPr>
              <a:t>name1 : value1,</a:t>
            </a:r>
            <a:endParaRPr lang="en-US" sz="1200">
              <a:latin typeface="Open Sans"/>
              <a:ea typeface="Open Sans"/>
              <a:cs typeface="Open Sans"/>
            </a:endParaRPr>
          </a:p>
          <a:p>
            <a:pPr marL="0" indent="0">
              <a:lnSpc>
                <a:spcPct val="114999"/>
              </a:lnSpc>
              <a:buNone/>
            </a:pPr>
            <a:r>
              <a:rPr lang="en-US" sz="1200" b="1">
                <a:solidFill>
                  <a:srgbClr val="000000"/>
                </a:solidFill>
                <a:latin typeface="Open Sans"/>
                <a:ea typeface="Open Sans"/>
                <a:cs typeface="Open Sans"/>
              </a:rPr>
              <a:t>  name2 : value2</a:t>
            </a:r>
            <a:endParaRPr lang="en-SG"/>
          </a:p>
          <a:p>
            <a:pPr marL="0" indent="0">
              <a:lnSpc>
                <a:spcPct val="114999"/>
              </a:lnSpc>
              <a:buNone/>
            </a:pPr>
            <a:r>
              <a:rPr lang="en-SG" sz="1200" b="1">
                <a:solidFill>
                  <a:srgbClr val="000000"/>
                </a:solidFill>
                <a:latin typeface="Open Sans"/>
                <a:ea typeface="Open Sans"/>
                <a:cs typeface="Open Sans"/>
              </a:rPr>
              <a:t>    })</a:t>
            </a:r>
            <a:endParaRPr lang="en-SG" b="1"/>
          </a:p>
          <a:p>
            <a:pPr marL="0" indent="0">
              <a:lnSpc>
                <a:spcPct val="114999"/>
              </a:lnSpc>
              <a:buNone/>
            </a:pPr>
            <a:r>
              <a:rPr lang="en-SG" sz="1200">
                <a:solidFill>
                  <a:srgbClr val="000000"/>
                </a:solidFill>
                <a:latin typeface="Open Sans"/>
                <a:ea typeface="Open Sans"/>
                <a:cs typeface="Open Sans"/>
              </a:rPr>
              <a:t>    console.log(</a:t>
            </a:r>
            <a:r>
              <a:rPr lang="en-SG" sz="1200" err="1">
                <a:solidFill>
                  <a:srgbClr val="000000"/>
                </a:solidFill>
                <a:latin typeface="Open Sans"/>
                <a:ea typeface="Open Sans"/>
                <a:cs typeface="Open Sans"/>
              </a:rPr>
              <a:t>response.data</a:t>
            </a:r>
            <a:r>
              <a:rPr lang="en-SG" sz="1200">
                <a:solidFill>
                  <a:srgbClr val="000000"/>
                </a:solidFill>
                <a:latin typeface="Open Sans"/>
                <a:ea typeface="Open Sans"/>
                <a:cs typeface="Open Sans"/>
              </a:rPr>
              <a:t>)</a:t>
            </a:r>
            <a:endParaRPr lang="en-SG"/>
          </a:p>
          <a:p>
            <a:pPr marL="0" indent="0">
              <a:lnSpc>
                <a:spcPct val="114999"/>
              </a:lnSpc>
              <a:buNone/>
            </a:pPr>
            <a:endParaRPr lang="en-SG" sz="1200">
              <a:solidFill>
                <a:srgbClr val="000000"/>
              </a:solidFill>
              <a:latin typeface="Open Sans"/>
              <a:ea typeface="Open Sans"/>
              <a:cs typeface="Open Sans"/>
            </a:endParaRPr>
          </a:p>
          <a:p>
            <a:pPr marL="0" indent="0">
              <a:lnSpc>
                <a:spcPct val="114999"/>
              </a:lnSpc>
              <a:buNone/>
            </a:pPr>
            <a:r>
              <a:rPr lang="en-SG" sz="1200">
                <a:solidFill>
                  <a:srgbClr val="000000"/>
                </a:solidFill>
                <a:latin typeface="Open Sans"/>
                <a:ea typeface="Open Sans"/>
                <a:cs typeface="Open Sans"/>
              </a:rPr>
              <a:t>  } catch (error) {</a:t>
            </a:r>
            <a:endParaRPr lang="en-SG">
              <a:solidFill>
                <a:srgbClr val="000000"/>
              </a:solidFill>
              <a:ea typeface="Open Sans"/>
            </a:endParaRPr>
          </a:p>
          <a:p>
            <a:pPr marL="0" indent="0">
              <a:lnSpc>
                <a:spcPct val="114999"/>
              </a:lnSpc>
              <a:buNone/>
            </a:pPr>
            <a:r>
              <a:rPr lang="en-SG" sz="1200">
                <a:solidFill>
                  <a:srgbClr val="000000"/>
                </a:solidFill>
                <a:latin typeface="Open Sans"/>
                <a:ea typeface="Open Sans"/>
                <a:cs typeface="Open Sans"/>
              </a:rPr>
              <a:t>       console.log('There was an error: ' + </a:t>
            </a:r>
            <a:r>
              <a:rPr lang="en-SG" sz="1200" err="1">
                <a:solidFill>
                  <a:srgbClr val="000000"/>
                </a:solidFill>
                <a:latin typeface="Open Sans"/>
                <a:ea typeface="Open Sans"/>
                <a:cs typeface="Open Sans"/>
              </a:rPr>
              <a:t>error.message</a:t>
            </a:r>
            <a:r>
              <a:rPr lang="en-SG" sz="1200">
                <a:solidFill>
                  <a:srgbClr val="000000"/>
                </a:solidFill>
                <a:latin typeface="Open Sans"/>
                <a:ea typeface="Open Sans"/>
                <a:cs typeface="Open Sans"/>
              </a:rPr>
              <a:t>)</a:t>
            </a:r>
            <a:endParaRPr lang="en-SG"/>
          </a:p>
          <a:p>
            <a:pPr marL="0" indent="0">
              <a:lnSpc>
                <a:spcPct val="114999"/>
              </a:lnSpc>
              <a:buNone/>
            </a:pPr>
            <a:r>
              <a:rPr lang="en-SG" sz="1200">
                <a:solidFill>
                  <a:srgbClr val="000000"/>
                </a:solidFill>
                <a:latin typeface="Open Sans"/>
                <a:ea typeface="Open Sans"/>
                <a:cs typeface="Open Sans"/>
              </a:rPr>
              <a:t>  }</a:t>
            </a:r>
            <a:endParaRPr lang="en-SG"/>
          </a:p>
          <a:p>
            <a:pPr marL="0" indent="0">
              <a:lnSpc>
                <a:spcPct val="114999"/>
              </a:lnSpc>
              <a:buNone/>
            </a:pPr>
            <a:br>
              <a:rPr lang="en-US"/>
            </a:br>
            <a:endParaRPr lang="en-US"/>
          </a:p>
          <a:p>
            <a:pPr marL="0" indent="0">
              <a:lnSpc>
                <a:spcPct val="114999"/>
              </a:lnSpc>
              <a:buNone/>
            </a:pPr>
            <a:endParaRPr lang="en-SG" sz="1200">
              <a:latin typeface="Open Sans"/>
              <a:ea typeface="Open Sans"/>
              <a:cs typeface="Open Sans"/>
            </a:endParaRPr>
          </a:p>
        </p:txBody>
      </p:sp>
    </p:spTree>
    <p:extLst>
      <p:ext uri="{BB962C8B-B14F-4D97-AF65-F5344CB8AC3E}">
        <p14:creationId xmlns:p14="http://schemas.microsoft.com/office/powerpoint/2010/main" val="12460494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76D8C16A-34F4-43DF-83B5-7F6EC1CBB3C8}"/>
            </a:ext>
          </a:extLst>
        </p:cNvPr>
        <p:cNvGrpSpPr/>
        <p:nvPr/>
      </p:nvGrpSpPr>
      <p:grpSpPr>
        <a:xfrm>
          <a:off x="0" y="0"/>
          <a:ext cx="0" cy="0"/>
          <a:chOff x="0" y="0"/>
          <a:chExt cx="0" cy="0"/>
        </a:xfrm>
      </p:grpSpPr>
      <p:sp>
        <p:nvSpPr>
          <p:cNvPr id="163" name="Google Shape;163;p15">
            <a:extLst>
              <a:ext uri="{FF2B5EF4-FFF2-40B4-BE49-F238E27FC236}">
                <a16:creationId xmlns:a16="http://schemas.microsoft.com/office/drawing/2014/main" id="{23EB7B84-9FB1-2300-68AD-392272980A80}"/>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r>
              <a:rPr lang="en"/>
              <a:t>Axios: DELETE method</a:t>
            </a:r>
            <a:endParaRPr/>
          </a:p>
        </p:txBody>
      </p:sp>
      <p:sp>
        <p:nvSpPr>
          <p:cNvPr id="164" name="Google Shape;164;p15">
            <a:extLst>
              <a:ext uri="{FF2B5EF4-FFF2-40B4-BE49-F238E27FC236}">
                <a16:creationId xmlns:a16="http://schemas.microsoft.com/office/drawing/2014/main" id="{734FAC5E-A996-6AFB-A346-8472DE669250}"/>
              </a:ext>
            </a:extLst>
          </p:cNvPr>
          <p:cNvSpPr txBox="1">
            <a:spLocks noGrp="1"/>
          </p:cNvSpPr>
          <p:nvPr>
            <p:ph type="body" idx="1"/>
          </p:nvPr>
        </p:nvSpPr>
        <p:spPr>
          <a:xfrm>
            <a:off x="311700" y="1225225"/>
            <a:ext cx="4400000" cy="3354000"/>
          </a:xfrm>
          <a:prstGeom prst="rect">
            <a:avLst/>
          </a:prstGeom>
          <a:noFill/>
          <a:ln>
            <a:noFill/>
          </a:ln>
        </p:spPr>
        <p:txBody>
          <a:bodyPr spcFirstLastPara="1" wrap="square" lIns="91425" tIns="91425" rIns="91425" bIns="91425" anchor="t" anchorCtr="0">
            <a:noAutofit/>
          </a:bodyPr>
          <a:lstStyle/>
          <a:p>
            <a:pPr marL="0" indent="0">
              <a:lnSpc>
                <a:spcPct val="114999"/>
              </a:lnSpc>
              <a:spcBef>
                <a:spcPts val="600"/>
              </a:spcBef>
              <a:buNone/>
            </a:pPr>
            <a:r>
              <a:rPr lang="en-US"/>
              <a:t>send </a:t>
            </a:r>
            <a:r>
              <a:rPr lang="en-US">
                <a:latin typeface="Open Sans"/>
                <a:ea typeface="Open Sans"/>
                <a:cs typeface="Open Sans"/>
              </a:rPr>
              <a:t>HTTP </a:t>
            </a:r>
            <a:r>
              <a:rPr lang="en-US" sz="1100">
                <a:latin typeface="Open Sans"/>
                <a:ea typeface="Open Sans"/>
                <a:cs typeface="Open Sans"/>
              </a:rPr>
              <a:t>DELETE</a:t>
            </a:r>
            <a:r>
              <a:rPr lang="en-US"/>
              <a:t> requests to a server to remove a specific resource. </a:t>
            </a:r>
          </a:p>
          <a:p>
            <a:pPr marL="0" indent="0">
              <a:lnSpc>
                <a:spcPct val="114999"/>
              </a:lnSpc>
              <a:spcBef>
                <a:spcPts val="600"/>
              </a:spcBef>
              <a:buNone/>
            </a:pPr>
            <a:endParaRPr lang="en-US"/>
          </a:p>
          <a:p>
            <a:pPr marL="0" indent="0">
              <a:lnSpc>
                <a:spcPct val="114999"/>
              </a:lnSpc>
              <a:spcBef>
                <a:spcPts val="600"/>
              </a:spcBef>
              <a:buNone/>
            </a:pPr>
            <a:r>
              <a:rPr lang="en-US"/>
              <a:t>Unlike </a:t>
            </a:r>
            <a:r>
              <a:rPr lang="en-US" sz="1100">
                <a:latin typeface="Consolas"/>
              </a:rPr>
              <a:t>POST</a:t>
            </a:r>
            <a:r>
              <a:rPr lang="en-US"/>
              <a:t> or </a:t>
            </a:r>
            <a:r>
              <a:rPr lang="en-US" sz="1100">
                <a:latin typeface="Consolas"/>
              </a:rPr>
              <a:t>PUT</a:t>
            </a:r>
            <a:r>
              <a:rPr lang="en-US"/>
              <a:t> requests, a </a:t>
            </a:r>
            <a:r>
              <a:rPr lang="en-US" sz="1100">
                <a:latin typeface="Consolas"/>
              </a:rPr>
              <a:t>DELETE</a:t>
            </a:r>
            <a:r>
              <a:rPr lang="en-US"/>
              <a:t> request typically passes the resource identifier directly within the URL string or via parameters rather than an explicit body payload.</a:t>
            </a:r>
          </a:p>
        </p:txBody>
      </p:sp>
      <p:sp>
        <p:nvSpPr>
          <p:cNvPr id="165" name="Google Shape;165;p15">
            <a:extLst>
              <a:ext uri="{FF2B5EF4-FFF2-40B4-BE49-F238E27FC236}">
                <a16:creationId xmlns:a16="http://schemas.microsoft.com/office/drawing/2014/main" id="{D1D9B55A-FEC7-B571-857E-C6477370F7D7}"/>
              </a:ext>
            </a:extLst>
          </p:cNvPr>
          <p:cNvSpPr txBox="1">
            <a:spLocks noGrp="1"/>
          </p:cNvSpPr>
          <p:nvPr>
            <p:ph type="body" idx="2"/>
          </p:nvPr>
        </p:nvSpPr>
        <p:spPr>
          <a:xfrm>
            <a:off x="4711700" y="1225224"/>
            <a:ext cx="4265117" cy="3602351"/>
          </a:xfrm>
          <a:prstGeom prst="rect">
            <a:avLst/>
          </a:prstGeom>
          <a:noFill/>
          <a:ln>
            <a:noFill/>
          </a:ln>
        </p:spPr>
        <p:txBody>
          <a:bodyPr spcFirstLastPara="1" wrap="square" lIns="91425" tIns="91425" rIns="91425" bIns="91425" anchor="t" anchorCtr="0">
            <a:noAutofit/>
          </a:bodyPr>
          <a:lstStyle/>
          <a:p>
            <a:pPr marL="0" lvl="0" indent="0">
              <a:buNone/>
            </a:pPr>
            <a:r>
              <a:rPr lang="en" b="1"/>
              <a:t>Example: </a:t>
            </a:r>
            <a:r>
              <a:rPr lang="en" i="1"/>
              <a:t>Example15.vue</a:t>
            </a:r>
          </a:p>
          <a:p>
            <a:pPr marL="0" indent="0">
              <a:buNone/>
            </a:pPr>
            <a:endParaRPr lang="en-SG" sz="1200">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SG" sz="1200">
                <a:latin typeface="Open Sans"/>
                <a:ea typeface="Open Sans"/>
                <a:cs typeface="Open Sans"/>
              </a:rPr>
              <a:t> </a:t>
            </a:r>
            <a:r>
              <a:rPr lang="en-SG" sz="1200">
                <a:solidFill>
                  <a:srgbClr val="000000"/>
                </a:solidFill>
                <a:latin typeface="Open Sans"/>
                <a:ea typeface="Open Sans"/>
                <a:cs typeface="Open Sans"/>
              </a:rPr>
              <a:t>  try {</a:t>
            </a:r>
            <a:endParaRPr lang="en-SG">
              <a:solidFill>
                <a:srgbClr val="000000"/>
              </a:solidFill>
              <a:ea typeface="Open Sans"/>
            </a:endParaRPr>
          </a:p>
          <a:p>
            <a:pPr marL="0" indent="0">
              <a:lnSpc>
                <a:spcPct val="114999"/>
              </a:lnSpc>
              <a:buNone/>
            </a:pPr>
            <a:r>
              <a:rPr lang="en-SG" sz="1200">
                <a:solidFill>
                  <a:srgbClr val="000000"/>
                </a:solidFill>
                <a:latin typeface="Open Sans"/>
                <a:ea typeface="Open Sans"/>
                <a:cs typeface="Open Sans"/>
              </a:rPr>
              <a:t>                </a:t>
            </a:r>
            <a:endParaRPr lang="en-SG"/>
          </a:p>
          <a:p>
            <a:pPr marL="0" indent="0">
              <a:lnSpc>
                <a:spcPct val="114999"/>
              </a:lnSpc>
              <a:buNone/>
            </a:pPr>
            <a:r>
              <a:rPr lang="en-SG" sz="1200">
                <a:solidFill>
                  <a:srgbClr val="000000"/>
                </a:solidFill>
                <a:latin typeface="Open Sans"/>
                <a:ea typeface="Open Sans"/>
                <a:cs typeface="Open Sans"/>
              </a:rPr>
              <a:t>        // Payload must be inside the 'data' property</a:t>
            </a:r>
            <a:endParaRPr lang="en-SG"/>
          </a:p>
          <a:p>
            <a:pPr marL="0" indent="0">
              <a:lnSpc>
                <a:spcPct val="114999"/>
              </a:lnSpc>
              <a:buNone/>
            </a:pPr>
            <a:r>
              <a:rPr lang="en-SG" sz="1200">
                <a:solidFill>
                  <a:srgbClr val="000000"/>
                </a:solidFill>
                <a:latin typeface="Open Sans"/>
                <a:ea typeface="Open Sans"/>
                <a:cs typeface="Open Sans"/>
              </a:rPr>
              <a:t>        </a:t>
            </a:r>
            <a:r>
              <a:rPr lang="en-SG" sz="1200" err="1">
                <a:solidFill>
                  <a:srgbClr val="000000"/>
                </a:solidFill>
                <a:latin typeface="Open Sans"/>
                <a:ea typeface="Open Sans"/>
                <a:cs typeface="Open Sans"/>
              </a:rPr>
              <a:t>const</a:t>
            </a:r>
            <a:r>
              <a:rPr lang="en-SG" sz="1200">
                <a:solidFill>
                  <a:srgbClr val="000000"/>
                </a:solidFill>
                <a:latin typeface="Open Sans"/>
                <a:ea typeface="Open Sans"/>
                <a:cs typeface="Open Sans"/>
              </a:rPr>
              <a:t> response = await </a:t>
            </a:r>
            <a:r>
              <a:rPr lang="en-SG" sz="1200" err="1">
                <a:solidFill>
                  <a:srgbClr val="000000"/>
                </a:solidFill>
                <a:latin typeface="Open Sans"/>
                <a:ea typeface="Open Sans"/>
                <a:cs typeface="Open Sans"/>
              </a:rPr>
              <a:t>axios.</a:t>
            </a:r>
            <a:r>
              <a:rPr lang="en-SG" sz="1200" b="1" err="1">
                <a:solidFill>
                  <a:srgbClr val="000000"/>
                </a:solidFill>
                <a:latin typeface="Open Sans"/>
                <a:ea typeface="Open Sans"/>
                <a:cs typeface="Open Sans"/>
              </a:rPr>
              <a:t>delete</a:t>
            </a:r>
            <a:r>
              <a:rPr lang="en-SG" sz="1200" b="1">
                <a:solidFill>
                  <a:srgbClr val="000000"/>
                </a:solidFill>
                <a:latin typeface="Open Sans"/>
                <a:ea typeface="Open Sans"/>
                <a:cs typeface="Open Sans"/>
              </a:rPr>
              <a:t>(</a:t>
            </a:r>
            <a:r>
              <a:rPr lang="en-SG" sz="1200" b="1" err="1">
                <a:solidFill>
                  <a:srgbClr val="000000"/>
                </a:solidFill>
                <a:latin typeface="Open Sans"/>
                <a:ea typeface="Open Sans"/>
                <a:cs typeface="Open Sans"/>
              </a:rPr>
              <a:t>url</a:t>
            </a:r>
            <a:r>
              <a:rPr lang="en-SG" sz="1200" b="1">
                <a:solidFill>
                  <a:srgbClr val="000000"/>
                </a:solidFill>
                <a:latin typeface="Open Sans"/>
                <a:ea typeface="Open Sans"/>
                <a:cs typeface="Open Sans"/>
              </a:rPr>
              <a:t>, </a:t>
            </a:r>
            <a:endParaRPr lang="en-SG" b="1">
              <a:solidFill>
                <a:srgbClr val="000000"/>
              </a:solidFill>
              <a:ea typeface="Open Sans"/>
            </a:endParaRPr>
          </a:p>
          <a:p>
            <a:pPr marL="0" indent="0">
              <a:lnSpc>
                <a:spcPct val="114999"/>
              </a:lnSpc>
              <a:buNone/>
            </a:pPr>
            <a:r>
              <a:rPr lang="en-SG" sz="1200" b="1">
                <a:solidFill>
                  <a:srgbClr val="000000"/>
                </a:solidFill>
                <a:latin typeface="Open Sans"/>
                <a:ea typeface="Open Sans"/>
                <a:cs typeface="Open Sans"/>
              </a:rPr>
              <a:t>                                                  { data: { subject: subject } })</a:t>
            </a:r>
            <a:endParaRPr lang="en-SG" b="1"/>
          </a:p>
          <a:p>
            <a:pPr marL="0" indent="0">
              <a:lnSpc>
                <a:spcPct val="114999"/>
              </a:lnSpc>
              <a:buNone/>
            </a:pPr>
            <a:endParaRPr lang="en-US"/>
          </a:p>
          <a:p>
            <a:pPr marL="0" indent="0">
              <a:lnSpc>
                <a:spcPct val="114999"/>
              </a:lnSpc>
              <a:buNone/>
            </a:pPr>
            <a:r>
              <a:rPr lang="en-SG" sz="1200">
                <a:solidFill>
                  <a:srgbClr val="000000"/>
                </a:solidFill>
                <a:latin typeface="Open Sans"/>
                <a:ea typeface="Open Sans"/>
                <a:cs typeface="Open Sans"/>
              </a:rPr>
              <a:t>        console.log(</a:t>
            </a:r>
            <a:r>
              <a:rPr lang="en-SG" sz="1200" err="1">
                <a:solidFill>
                  <a:srgbClr val="000000"/>
                </a:solidFill>
                <a:latin typeface="Open Sans"/>
                <a:ea typeface="Open Sans"/>
                <a:cs typeface="Open Sans"/>
              </a:rPr>
              <a:t>response.data</a:t>
            </a:r>
            <a:r>
              <a:rPr lang="en-SG" sz="1200">
                <a:solidFill>
                  <a:srgbClr val="000000"/>
                </a:solidFill>
                <a:latin typeface="Open Sans"/>
                <a:ea typeface="Open Sans"/>
                <a:cs typeface="Open Sans"/>
              </a:rPr>
              <a:t>)</a:t>
            </a:r>
            <a:endParaRPr lang="en-SG"/>
          </a:p>
          <a:p>
            <a:pPr marL="0" indent="0">
              <a:lnSpc>
                <a:spcPct val="114999"/>
              </a:lnSpc>
              <a:buNone/>
            </a:pPr>
            <a:r>
              <a:rPr lang="en-SG" sz="1200">
                <a:solidFill>
                  <a:srgbClr val="000000"/>
                </a:solidFill>
                <a:latin typeface="Open Sans"/>
                <a:ea typeface="Open Sans"/>
                <a:cs typeface="Open Sans"/>
              </a:rPr>
              <a:t>       </a:t>
            </a:r>
            <a:endParaRPr lang="en-SG"/>
          </a:p>
          <a:p>
            <a:pPr marL="0" indent="0">
              <a:lnSpc>
                <a:spcPct val="114999"/>
              </a:lnSpc>
              <a:buNone/>
            </a:pPr>
            <a:r>
              <a:rPr lang="en-SG" sz="1200">
                <a:solidFill>
                  <a:srgbClr val="000000"/>
                </a:solidFill>
                <a:latin typeface="Open Sans"/>
                <a:ea typeface="Open Sans"/>
                <a:cs typeface="Open Sans"/>
              </a:rPr>
              <a:t>    } catch(error) {</a:t>
            </a:r>
            <a:endParaRPr lang="en-SG"/>
          </a:p>
          <a:p>
            <a:pPr marL="0" indent="0">
              <a:lnSpc>
                <a:spcPct val="114999"/>
              </a:lnSpc>
              <a:buNone/>
            </a:pPr>
            <a:r>
              <a:rPr lang="en-SG" sz="1200">
                <a:solidFill>
                  <a:srgbClr val="000000"/>
                </a:solidFill>
                <a:latin typeface="Open Sans"/>
                <a:ea typeface="Open Sans"/>
                <a:cs typeface="Open Sans"/>
              </a:rPr>
              <a:t>        console.log('There was an error: ' + </a:t>
            </a:r>
            <a:r>
              <a:rPr lang="en-SG" sz="1200" err="1">
                <a:solidFill>
                  <a:srgbClr val="000000"/>
                </a:solidFill>
                <a:latin typeface="Open Sans"/>
                <a:ea typeface="Open Sans"/>
                <a:cs typeface="Open Sans"/>
              </a:rPr>
              <a:t>error.message</a:t>
            </a:r>
            <a:r>
              <a:rPr lang="en-SG" sz="1200">
                <a:solidFill>
                  <a:srgbClr val="000000"/>
                </a:solidFill>
                <a:latin typeface="Open Sans"/>
                <a:ea typeface="Open Sans"/>
                <a:cs typeface="Open Sans"/>
              </a:rPr>
              <a:t>)</a:t>
            </a:r>
            <a:endParaRPr lang="en-SG"/>
          </a:p>
          <a:p>
            <a:pPr marL="0" indent="0">
              <a:lnSpc>
                <a:spcPct val="114999"/>
              </a:lnSpc>
              <a:buNone/>
            </a:pPr>
            <a:r>
              <a:rPr lang="en-SG" sz="1200">
                <a:solidFill>
                  <a:srgbClr val="000000"/>
                </a:solidFill>
                <a:latin typeface="Open Sans"/>
                <a:ea typeface="Open Sans"/>
                <a:cs typeface="Open Sans"/>
              </a:rPr>
              <a:t>    }</a:t>
            </a:r>
            <a:endParaRPr lang="en-SG"/>
          </a:p>
          <a:p>
            <a:pPr marL="0" indent="0">
              <a:lnSpc>
                <a:spcPct val="114999"/>
              </a:lnSpc>
              <a:buNone/>
            </a:pPr>
            <a:endParaRPr lang="en-SG" sz="1200">
              <a:latin typeface="Open Sans"/>
              <a:ea typeface="Open Sans"/>
              <a:cs typeface="Open Sans"/>
            </a:endParaRPr>
          </a:p>
        </p:txBody>
      </p:sp>
    </p:spTree>
    <p:extLst>
      <p:ext uri="{BB962C8B-B14F-4D97-AF65-F5344CB8AC3E}">
        <p14:creationId xmlns:p14="http://schemas.microsoft.com/office/powerpoint/2010/main" val="41626977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F5F0BC0B-C8F7-238F-1043-4D269A730473}"/>
            </a:ext>
          </a:extLst>
        </p:cNvPr>
        <p:cNvGrpSpPr/>
        <p:nvPr/>
      </p:nvGrpSpPr>
      <p:grpSpPr>
        <a:xfrm>
          <a:off x="0" y="0"/>
          <a:ext cx="0" cy="0"/>
          <a:chOff x="0" y="0"/>
          <a:chExt cx="0" cy="0"/>
        </a:xfrm>
      </p:grpSpPr>
      <p:sp>
        <p:nvSpPr>
          <p:cNvPr id="163" name="Google Shape;163;p15">
            <a:extLst>
              <a:ext uri="{FF2B5EF4-FFF2-40B4-BE49-F238E27FC236}">
                <a16:creationId xmlns:a16="http://schemas.microsoft.com/office/drawing/2014/main" id="{FB4F1135-2217-975E-E9BB-7BE807432BB0}"/>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r>
              <a:rPr lang="en"/>
              <a:t>Axios: Request Headers</a:t>
            </a:r>
            <a:endParaRPr/>
          </a:p>
        </p:txBody>
      </p:sp>
      <p:sp>
        <p:nvSpPr>
          <p:cNvPr id="164" name="Google Shape;164;p15">
            <a:extLst>
              <a:ext uri="{FF2B5EF4-FFF2-40B4-BE49-F238E27FC236}">
                <a16:creationId xmlns:a16="http://schemas.microsoft.com/office/drawing/2014/main" id="{E8172015-BA96-F47E-0A1A-E7F2BCB783D6}"/>
              </a:ext>
            </a:extLst>
          </p:cNvPr>
          <p:cNvSpPr txBox="1">
            <a:spLocks noGrp="1"/>
          </p:cNvSpPr>
          <p:nvPr>
            <p:ph type="body" idx="1"/>
          </p:nvPr>
        </p:nvSpPr>
        <p:spPr>
          <a:xfrm>
            <a:off x="311700" y="1225225"/>
            <a:ext cx="4400000" cy="3354000"/>
          </a:xfrm>
          <a:prstGeom prst="rect">
            <a:avLst/>
          </a:prstGeom>
          <a:noFill/>
          <a:ln>
            <a:noFill/>
          </a:ln>
        </p:spPr>
        <p:txBody>
          <a:bodyPr spcFirstLastPara="1" wrap="square" lIns="91425" tIns="91425" rIns="91425" bIns="91425" anchor="t" anchorCtr="0">
            <a:noAutofit/>
          </a:bodyPr>
          <a:lstStyle/>
          <a:p>
            <a:pPr marL="0" indent="0">
              <a:lnSpc>
                <a:spcPct val="114999"/>
              </a:lnSpc>
              <a:spcBef>
                <a:spcPts val="600"/>
              </a:spcBef>
              <a:buNone/>
            </a:pPr>
            <a:r>
              <a:rPr lang="en-US"/>
              <a:t>In Axios methods, we can also configure and send </a:t>
            </a:r>
            <a:r>
              <a:rPr lang="en-US" b="1"/>
              <a:t>request headers </a:t>
            </a:r>
            <a:r>
              <a:rPr lang="en-US"/>
              <a:t>such as authorization token</a:t>
            </a:r>
            <a:r>
              <a:rPr lang="en-US" b="1"/>
              <a:t> </a:t>
            </a:r>
            <a:r>
              <a:rPr lang="en-US"/>
              <a:t>via config parameter:</a:t>
            </a:r>
            <a:endParaRPr lang="en-US">
              <a:ea typeface="Open Sans"/>
            </a:endParaRPr>
          </a:p>
          <a:p>
            <a:pPr>
              <a:lnSpc>
                <a:spcPct val="114999"/>
              </a:lnSpc>
              <a:buNone/>
            </a:pPr>
            <a:endParaRPr lang="en-US" sz="1200">
              <a:latin typeface="Open Sans"/>
              <a:ea typeface="Open Sans"/>
              <a:cs typeface="Open Sans"/>
            </a:endParaRPr>
          </a:p>
          <a:p>
            <a:pPr>
              <a:lnSpc>
                <a:spcPct val="114999"/>
              </a:lnSpc>
              <a:buNone/>
            </a:pPr>
            <a:r>
              <a:rPr lang="en-US" sz="1200" err="1">
                <a:latin typeface="Open Sans"/>
                <a:ea typeface="Open Sans"/>
                <a:cs typeface="Open Sans"/>
              </a:rPr>
              <a:t>axios.post</a:t>
            </a:r>
            <a:r>
              <a:rPr lang="en-US" sz="1200">
                <a:latin typeface="Open Sans"/>
                <a:ea typeface="Open Sans"/>
                <a:cs typeface="Open Sans"/>
              </a:rPr>
              <a:t>(</a:t>
            </a:r>
            <a:r>
              <a:rPr lang="en-US" sz="1200" err="1">
                <a:latin typeface="Open Sans"/>
                <a:ea typeface="Open Sans"/>
                <a:cs typeface="Open Sans"/>
              </a:rPr>
              <a:t>url</a:t>
            </a:r>
            <a:r>
              <a:rPr lang="en-US" sz="1200">
                <a:latin typeface="Open Sans"/>
                <a:ea typeface="Open Sans"/>
                <a:cs typeface="Open Sans"/>
              </a:rPr>
              <a:t>, data, config)</a:t>
            </a:r>
            <a:endParaRPr lang="en-US"/>
          </a:p>
          <a:p>
            <a:pPr marL="0" indent="0">
              <a:lnSpc>
                <a:spcPct val="114999"/>
              </a:lnSpc>
              <a:spcBef>
                <a:spcPts val="600"/>
              </a:spcBef>
              <a:buNone/>
            </a:pPr>
            <a:endParaRPr lang="en-US">
              <a:ea typeface="Open Sans"/>
            </a:endParaRPr>
          </a:p>
          <a:p>
            <a:pPr marL="0" indent="0">
              <a:lnSpc>
                <a:spcPct val="100000"/>
              </a:lnSpc>
              <a:buNone/>
            </a:pPr>
            <a:r>
              <a:rPr lang="en-US" b="1">
                <a:ea typeface="Open Sans"/>
              </a:rPr>
              <a:t>Basic Axios Methods:</a:t>
            </a:r>
            <a:endParaRPr lang="en-US">
              <a:ea typeface="Open Sans"/>
            </a:endParaRPr>
          </a:p>
          <a:p>
            <a:pPr marL="457200" lvl="1">
              <a:lnSpc>
                <a:spcPct val="100000"/>
              </a:lnSpc>
              <a:spcBef>
                <a:spcPts val="0"/>
              </a:spcBef>
              <a:buNone/>
            </a:pPr>
            <a:r>
              <a:rPr lang="en-US" err="1">
                <a:solidFill>
                  <a:schemeClr val="tx1"/>
                </a:solidFill>
                <a:latin typeface="Open Sans"/>
                <a:ea typeface="Open Sans"/>
                <a:cs typeface="Open Sans"/>
              </a:rPr>
              <a:t>axios.get</a:t>
            </a:r>
            <a:r>
              <a:rPr lang="en-US">
                <a:solidFill>
                  <a:schemeClr val="tx1"/>
                </a:solidFill>
                <a:latin typeface="Open Sans"/>
                <a:ea typeface="Open Sans"/>
                <a:cs typeface="Open Sans"/>
              </a:rPr>
              <a:t>(</a:t>
            </a:r>
            <a:r>
              <a:rPr lang="en-US" err="1">
                <a:solidFill>
                  <a:schemeClr val="tx1"/>
                </a:solidFill>
                <a:latin typeface="Open Sans"/>
                <a:ea typeface="Open Sans"/>
                <a:cs typeface="Open Sans"/>
              </a:rPr>
              <a:t>url</a:t>
            </a:r>
            <a:r>
              <a:rPr lang="en-US">
                <a:solidFill>
                  <a:schemeClr val="tx1"/>
                </a:solidFill>
                <a:latin typeface="Open Sans"/>
                <a:ea typeface="Open Sans"/>
                <a:cs typeface="Open Sans"/>
              </a:rPr>
              <a:t>[, config])</a:t>
            </a:r>
          </a:p>
          <a:p>
            <a:pPr marL="457200" lvl="1">
              <a:lnSpc>
                <a:spcPct val="100000"/>
              </a:lnSpc>
              <a:spcBef>
                <a:spcPts val="0"/>
              </a:spcBef>
              <a:buNone/>
            </a:pPr>
            <a:r>
              <a:rPr lang="en-US" err="1">
                <a:solidFill>
                  <a:schemeClr val="tx1"/>
                </a:solidFill>
                <a:latin typeface="Open Sans"/>
                <a:ea typeface="Open Sans"/>
                <a:cs typeface="Open Sans"/>
              </a:rPr>
              <a:t>axios.post</a:t>
            </a:r>
            <a:r>
              <a:rPr lang="en-US">
                <a:solidFill>
                  <a:schemeClr val="tx1"/>
                </a:solidFill>
                <a:latin typeface="Open Sans"/>
                <a:ea typeface="Open Sans"/>
                <a:cs typeface="Open Sans"/>
              </a:rPr>
              <a:t>(</a:t>
            </a:r>
            <a:r>
              <a:rPr lang="en-US" err="1">
                <a:solidFill>
                  <a:schemeClr val="tx1"/>
                </a:solidFill>
                <a:latin typeface="Open Sans"/>
                <a:ea typeface="Open Sans"/>
                <a:cs typeface="Open Sans"/>
              </a:rPr>
              <a:t>url</a:t>
            </a:r>
            <a:r>
              <a:rPr lang="en-US">
                <a:solidFill>
                  <a:schemeClr val="tx1"/>
                </a:solidFill>
                <a:latin typeface="Open Sans"/>
                <a:ea typeface="Open Sans"/>
                <a:cs typeface="Open Sans"/>
              </a:rPr>
              <a:t>[, data[, config]])</a:t>
            </a:r>
          </a:p>
          <a:p>
            <a:pPr marL="457200" lvl="1">
              <a:lnSpc>
                <a:spcPct val="100000"/>
              </a:lnSpc>
              <a:spcBef>
                <a:spcPts val="0"/>
              </a:spcBef>
              <a:buNone/>
            </a:pPr>
            <a:r>
              <a:rPr lang="en-US" err="1">
                <a:solidFill>
                  <a:schemeClr val="tx1"/>
                </a:solidFill>
                <a:latin typeface="Open Sans"/>
                <a:ea typeface="Open Sans"/>
                <a:cs typeface="Open Sans"/>
              </a:rPr>
              <a:t>axios.put</a:t>
            </a:r>
            <a:r>
              <a:rPr lang="en-US">
                <a:solidFill>
                  <a:schemeClr val="tx1"/>
                </a:solidFill>
                <a:latin typeface="Open Sans"/>
                <a:ea typeface="Open Sans"/>
                <a:cs typeface="Open Sans"/>
              </a:rPr>
              <a:t>(</a:t>
            </a:r>
            <a:r>
              <a:rPr lang="en-US" err="1">
                <a:solidFill>
                  <a:schemeClr val="tx1"/>
                </a:solidFill>
                <a:latin typeface="Open Sans"/>
                <a:ea typeface="Open Sans"/>
                <a:cs typeface="Open Sans"/>
              </a:rPr>
              <a:t>url</a:t>
            </a:r>
            <a:r>
              <a:rPr lang="en-US">
                <a:solidFill>
                  <a:schemeClr val="tx1"/>
                </a:solidFill>
                <a:latin typeface="Open Sans"/>
                <a:ea typeface="Open Sans"/>
                <a:cs typeface="Open Sans"/>
              </a:rPr>
              <a:t>[, data[, config]])</a:t>
            </a:r>
          </a:p>
          <a:p>
            <a:pPr marL="457200" lvl="1">
              <a:lnSpc>
                <a:spcPct val="100000"/>
              </a:lnSpc>
              <a:spcBef>
                <a:spcPts val="0"/>
              </a:spcBef>
              <a:buNone/>
            </a:pPr>
            <a:r>
              <a:rPr lang="en-US" err="1">
                <a:solidFill>
                  <a:schemeClr val="tx1"/>
                </a:solidFill>
                <a:latin typeface="Open Sans"/>
                <a:ea typeface="Open Sans"/>
                <a:cs typeface="Open Sans"/>
              </a:rPr>
              <a:t>axios.delete</a:t>
            </a:r>
            <a:r>
              <a:rPr lang="en-US">
                <a:solidFill>
                  <a:schemeClr val="tx1"/>
                </a:solidFill>
                <a:latin typeface="Open Sans"/>
                <a:ea typeface="Open Sans"/>
                <a:cs typeface="Open Sans"/>
              </a:rPr>
              <a:t>(</a:t>
            </a:r>
            <a:r>
              <a:rPr lang="en-US" err="1">
                <a:solidFill>
                  <a:schemeClr val="tx1"/>
                </a:solidFill>
                <a:latin typeface="Open Sans"/>
                <a:ea typeface="Open Sans"/>
                <a:cs typeface="Open Sans"/>
              </a:rPr>
              <a:t>url</a:t>
            </a:r>
            <a:r>
              <a:rPr lang="en-US">
                <a:solidFill>
                  <a:schemeClr val="tx1"/>
                </a:solidFill>
                <a:latin typeface="Open Sans"/>
                <a:ea typeface="Open Sans"/>
                <a:cs typeface="Open Sans"/>
              </a:rPr>
              <a:t>[, data[, config]])</a:t>
            </a:r>
          </a:p>
          <a:p>
            <a:pPr marL="0" indent="0">
              <a:lnSpc>
                <a:spcPct val="114999"/>
              </a:lnSpc>
              <a:spcBef>
                <a:spcPts val="600"/>
              </a:spcBef>
              <a:buNone/>
            </a:pPr>
            <a:endParaRPr lang="en-US" sz="1200">
              <a:latin typeface="Open Sans"/>
              <a:ea typeface="Open Sans"/>
              <a:cs typeface="Open Sans"/>
            </a:endParaRPr>
          </a:p>
          <a:p>
            <a:pPr marL="0" indent="0">
              <a:lnSpc>
                <a:spcPct val="114999"/>
              </a:lnSpc>
              <a:spcBef>
                <a:spcPts val="600"/>
              </a:spcBef>
              <a:buNone/>
            </a:pPr>
            <a:endParaRPr lang="en-US"/>
          </a:p>
          <a:p>
            <a:pPr marL="0" indent="0">
              <a:lnSpc>
                <a:spcPct val="114999"/>
              </a:lnSpc>
              <a:spcBef>
                <a:spcPts val="600"/>
              </a:spcBef>
              <a:buNone/>
            </a:pPr>
            <a:endParaRPr lang="en-US"/>
          </a:p>
        </p:txBody>
      </p:sp>
      <p:sp>
        <p:nvSpPr>
          <p:cNvPr id="165" name="Google Shape;165;p15">
            <a:extLst>
              <a:ext uri="{FF2B5EF4-FFF2-40B4-BE49-F238E27FC236}">
                <a16:creationId xmlns:a16="http://schemas.microsoft.com/office/drawing/2014/main" id="{5B14CEBE-3B94-355E-27E3-C80B1688CA8E}"/>
              </a:ext>
            </a:extLst>
          </p:cNvPr>
          <p:cNvSpPr txBox="1">
            <a:spLocks noGrp="1"/>
          </p:cNvSpPr>
          <p:nvPr>
            <p:ph type="body" idx="2"/>
          </p:nvPr>
        </p:nvSpPr>
        <p:spPr>
          <a:xfrm>
            <a:off x="4711700" y="1289748"/>
            <a:ext cx="4265117" cy="3740617"/>
          </a:xfrm>
          <a:prstGeom prst="rect">
            <a:avLst/>
          </a:prstGeom>
          <a:noFill/>
          <a:ln>
            <a:noFill/>
          </a:ln>
        </p:spPr>
        <p:txBody>
          <a:bodyPr spcFirstLastPara="1" wrap="square" lIns="91425" tIns="91425" rIns="91425" bIns="91425" anchor="t" anchorCtr="0">
            <a:noAutofit/>
          </a:bodyPr>
          <a:lstStyle/>
          <a:p>
            <a:pPr marL="0" lvl="0" indent="0">
              <a:buNone/>
            </a:pPr>
            <a:r>
              <a:rPr lang="en" b="1"/>
              <a:t>Example: </a:t>
            </a:r>
            <a:endParaRPr lang="en" i="1">
              <a:ea typeface="Open Sans" panose="020B0606030504020204" pitchFamily="34" charset="0"/>
            </a:endParaRPr>
          </a:p>
          <a:p>
            <a:pPr marL="0" indent="0">
              <a:lnSpc>
                <a:spcPct val="114999"/>
              </a:lnSpc>
              <a:buNone/>
            </a:pPr>
            <a:r>
              <a:rPr lang="en-SG" sz="1200" err="1">
                <a:solidFill>
                  <a:srgbClr val="000000"/>
                </a:solidFill>
                <a:latin typeface="Open Sans"/>
                <a:ea typeface="Open Sans"/>
                <a:cs typeface="Open Sans"/>
              </a:rPr>
              <a:t>const</a:t>
            </a:r>
            <a:r>
              <a:rPr lang="en-SG" sz="1200">
                <a:solidFill>
                  <a:srgbClr val="000000"/>
                </a:solidFill>
                <a:latin typeface="Open Sans"/>
                <a:ea typeface="Open Sans"/>
                <a:cs typeface="Open Sans"/>
              </a:rPr>
              <a:t> </a:t>
            </a:r>
            <a:r>
              <a:rPr lang="en-SG" sz="1200" err="1">
                <a:solidFill>
                  <a:srgbClr val="000000"/>
                </a:solidFill>
                <a:latin typeface="Open Sans"/>
                <a:ea typeface="Open Sans"/>
                <a:cs typeface="Open Sans"/>
              </a:rPr>
              <a:t>url</a:t>
            </a:r>
            <a:r>
              <a:rPr lang="en-SG" sz="1200">
                <a:solidFill>
                  <a:srgbClr val="000000"/>
                </a:solidFill>
                <a:latin typeface="Open Sans"/>
                <a:ea typeface="Open Sans"/>
                <a:cs typeface="Open Sans"/>
              </a:rPr>
              <a:t> = 'https://example.com'; </a:t>
            </a:r>
            <a:endParaRPr lang="en-SG">
              <a:solidFill>
                <a:srgbClr val="000000"/>
              </a:solidFill>
              <a:ea typeface="Open Sans"/>
            </a:endParaRPr>
          </a:p>
          <a:p>
            <a:pPr marL="0" indent="0">
              <a:lnSpc>
                <a:spcPct val="114999"/>
              </a:lnSpc>
              <a:buNone/>
            </a:pPr>
            <a:endParaRPr lang="en-SG" sz="1200">
              <a:solidFill>
                <a:srgbClr val="000000"/>
              </a:solidFill>
              <a:latin typeface="Open Sans"/>
              <a:ea typeface="Open Sans"/>
              <a:cs typeface="Open Sans"/>
            </a:endParaRPr>
          </a:p>
          <a:p>
            <a:pPr marL="0" indent="0">
              <a:lnSpc>
                <a:spcPct val="114999"/>
              </a:lnSpc>
              <a:buNone/>
            </a:pPr>
            <a:r>
              <a:rPr lang="en-SG" sz="1200" err="1">
                <a:solidFill>
                  <a:srgbClr val="000000"/>
                </a:solidFill>
                <a:latin typeface="Open Sans"/>
                <a:ea typeface="Open Sans"/>
                <a:cs typeface="Open Sans"/>
              </a:rPr>
              <a:t>const</a:t>
            </a:r>
            <a:r>
              <a:rPr lang="en-SG" sz="1200">
                <a:solidFill>
                  <a:srgbClr val="000000"/>
                </a:solidFill>
                <a:latin typeface="Open Sans"/>
                <a:ea typeface="Open Sans"/>
                <a:cs typeface="Open Sans"/>
              </a:rPr>
              <a:t> data = { </a:t>
            </a:r>
            <a:endParaRPr lang="en-SG">
              <a:solidFill>
                <a:srgbClr val="000000"/>
              </a:solidFill>
              <a:ea typeface="Open Sans"/>
            </a:endParaRPr>
          </a:p>
          <a:p>
            <a:pPr marL="0" indent="0">
              <a:lnSpc>
                <a:spcPct val="114999"/>
              </a:lnSpc>
              <a:buNone/>
            </a:pPr>
            <a:r>
              <a:rPr lang="en-SG" sz="1200">
                <a:solidFill>
                  <a:srgbClr val="000000"/>
                </a:solidFill>
                <a:latin typeface="Open Sans"/>
                <a:ea typeface="Open Sans"/>
                <a:cs typeface="Open Sans"/>
              </a:rPr>
              <a:t>     title: 'Hello World', </a:t>
            </a:r>
            <a:endParaRPr lang="en-SG">
              <a:solidFill>
                <a:srgbClr val="000000"/>
              </a:solidFill>
              <a:ea typeface="Open Sans"/>
            </a:endParaRPr>
          </a:p>
          <a:p>
            <a:pPr marL="0" indent="0">
              <a:lnSpc>
                <a:spcPct val="114999"/>
              </a:lnSpc>
              <a:buNone/>
            </a:pPr>
            <a:r>
              <a:rPr lang="en-SG" sz="1200">
                <a:solidFill>
                  <a:srgbClr val="000000"/>
                </a:solidFill>
                <a:latin typeface="Open Sans"/>
                <a:ea typeface="Open Sans"/>
                <a:cs typeface="Open Sans"/>
              </a:rPr>
              <a:t>     body: 'This is my post content.' </a:t>
            </a:r>
            <a:endParaRPr lang="en-SG">
              <a:solidFill>
                <a:srgbClr val="000000"/>
              </a:solidFill>
              <a:ea typeface="Open Sans"/>
            </a:endParaRPr>
          </a:p>
          <a:p>
            <a:pPr marL="0" indent="0">
              <a:lnSpc>
                <a:spcPct val="114999"/>
              </a:lnSpc>
              <a:buNone/>
            </a:pPr>
            <a:r>
              <a:rPr lang="en-SG" sz="1200">
                <a:solidFill>
                  <a:srgbClr val="000000"/>
                </a:solidFill>
                <a:latin typeface="Open Sans"/>
                <a:ea typeface="Open Sans"/>
                <a:cs typeface="Open Sans"/>
              </a:rPr>
              <a:t>  } </a:t>
            </a:r>
            <a:endParaRPr lang="en-SG">
              <a:solidFill>
                <a:srgbClr val="000000"/>
              </a:solidFill>
              <a:ea typeface="Open Sans"/>
            </a:endParaRPr>
          </a:p>
          <a:p>
            <a:pPr marL="0" indent="0">
              <a:lnSpc>
                <a:spcPct val="114999"/>
              </a:lnSpc>
              <a:buNone/>
            </a:pPr>
            <a:endParaRPr lang="en-SG" sz="1200">
              <a:solidFill>
                <a:srgbClr val="000000"/>
              </a:solidFill>
              <a:latin typeface="Open Sans"/>
              <a:ea typeface="Open Sans"/>
              <a:cs typeface="Open Sans"/>
            </a:endParaRPr>
          </a:p>
          <a:p>
            <a:pPr marL="0" indent="0">
              <a:lnSpc>
                <a:spcPct val="114999"/>
              </a:lnSpc>
              <a:buNone/>
            </a:pPr>
            <a:r>
              <a:rPr lang="en-SG" sz="1200" err="1">
                <a:solidFill>
                  <a:srgbClr val="000000"/>
                </a:solidFill>
                <a:latin typeface="Open Sans"/>
                <a:ea typeface="Open Sans"/>
                <a:cs typeface="Open Sans"/>
              </a:rPr>
              <a:t>const</a:t>
            </a:r>
            <a:r>
              <a:rPr lang="en-SG" sz="1200">
                <a:solidFill>
                  <a:srgbClr val="000000"/>
                </a:solidFill>
                <a:latin typeface="Open Sans"/>
                <a:ea typeface="Open Sans"/>
                <a:cs typeface="Open Sans"/>
              </a:rPr>
              <a:t> </a:t>
            </a:r>
            <a:r>
              <a:rPr lang="en-SG" sz="1200" b="1">
                <a:solidFill>
                  <a:srgbClr val="000000"/>
                </a:solidFill>
                <a:latin typeface="Open Sans"/>
                <a:ea typeface="Open Sans"/>
                <a:cs typeface="Open Sans"/>
              </a:rPr>
              <a:t>config = { headers: </a:t>
            </a:r>
            <a:endParaRPr lang="en-SG" b="1">
              <a:solidFill>
                <a:srgbClr val="000000"/>
              </a:solidFill>
              <a:ea typeface="Open Sans"/>
            </a:endParaRPr>
          </a:p>
          <a:p>
            <a:pPr marL="0" indent="0">
              <a:lnSpc>
                <a:spcPct val="114999"/>
              </a:lnSpc>
              <a:buNone/>
            </a:pPr>
            <a:r>
              <a:rPr lang="en-SG" sz="1200" b="1">
                <a:solidFill>
                  <a:srgbClr val="000000"/>
                </a:solidFill>
                <a:latin typeface="Open Sans"/>
                <a:ea typeface="Open Sans"/>
                <a:cs typeface="Open Sans"/>
              </a:rPr>
              <a:t>      { 'Authorization': 'Bearer YOUR_ACCESS_TOKEN', </a:t>
            </a:r>
            <a:endParaRPr lang="en-SG" b="1">
              <a:solidFill>
                <a:srgbClr val="000000"/>
              </a:solidFill>
              <a:ea typeface="Open Sans"/>
            </a:endParaRPr>
          </a:p>
          <a:p>
            <a:pPr marL="0" indent="0">
              <a:lnSpc>
                <a:spcPct val="114999"/>
              </a:lnSpc>
              <a:buNone/>
            </a:pPr>
            <a:r>
              <a:rPr lang="en-SG" sz="1200" b="1">
                <a:solidFill>
                  <a:srgbClr val="000000"/>
                </a:solidFill>
                <a:latin typeface="Open Sans"/>
                <a:ea typeface="Open Sans"/>
                <a:cs typeface="Open Sans"/>
              </a:rPr>
              <a:t>         'Content-Type': 'application/</a:t>
            </a:r>
            <a:r>
              <a:rPr lang="en-SG" sz="1200" b="1" err="1">
                <a:solidFill>
                  <a:srgbClr val="000000"/>
                </a:solidFill>
                <a:latin typeface="Open Sans"/>
                <a:ea typeface="Open Sans"/>
                <a:cs typeface="Open Sans"/>
              </a:rPr>
              <a:t>json</a:t>
            </a:r>
            <a:r>
              <a:rPr lang="en-SG" sz="1200" b="1">
                <a:solidFill>
                  <a:srgbClr val="000000"/>
                </a:solidFill>
                <a:latin typeface="Open Sans"/>
                <a:ea typeface="Open Sans"/>
                <a:cs typeface="Open Sans"/>
              </a:rPr>
              <a:t>'</a:t>
            </a:r>
            <a:endParaRPr lang="en-SG" b="1">
              <a:solidFill>
                <a:srgbClr val="000000"/>
              </a:solidFill>
              <a:ea typeface="Open Sans"/>
            </a:endParaRPr>
          </a:p>
          <a:p>
            <a:pPr marL="0" indent="0">
              <a:lnSpc>
                <a:spcPct val="114999"/>
              </a:lnSpc>
              <a:buNone/>
            </a:pPr>
            <a:r>
              <a:rPr lang="en-SG" sz="1200" b="1">
                <a:solidFill>
                  <a:srgbClr val="000000"/>
                </a:solidFill>
                <a:latin typeface="Open Sans"/>
                <a:ea typeface="Open Sans"/>
                <a:cs typeface="Open Sans"/>
              </a:rPr>
              <a:t>       } </a:t>
            </a:r>
            <a:endParaRPr lang="en-SG" b="1">
              <a:solidFill>
                <a:srgbClr val="000000"/>
              </a:solidFill>
              <a:ea typeface="Open Sans"/>
            </a:endParaRPr>
          </a:p>
          <a:p>
            <a:pPr marL="0" indent="0">
              <a:lnSpc>
                <a:spcPct val="114999"/>
              </a:lnSpc>
              <a:buNone/>
            </a:pPr>
            <a:r>
              <a:rPr lang="en-SG" sz="1200" b="1">
                <a:solidFill>
                  <a:srgbClr val="000000"/>
                </a:solidFill>
                <a:latin typeface="Open Sans"/>
                <a:ea typeface="Open Sans"/>
                <a:cs typeface="Open Sans"/>
              </a:rPr>
              <a:t>     } </a:t>
            </a:r>
            <a:endParaRPr lang="en-SG" b="1">
              <a:solidFill>
                <a:srgbClr val="000000"/>
              </a:solidFill>
              <a:ea typeface="Open Sans"/>
            </a:endParaRPr>
          </a:p>
          <a:p>
            <a:pPr marL="0" indent="0">
              <a:lnSpc>
                <a:spcPct val="114999"/>
              </a:lnSpc>
              <a:buNone/>
            </a:pPr>
            <a:endParaRPr lang="en-SG" sz="1200">
              <a:solidFill>
                <a:srgbClr val="000000"/>
              </a:solidFill>
              <a:latin typeface="Open Sans"/>
              <a:ea typeface="Open Sans"/>
              <a:cs typeface="Open Sans"/>
            </a:endParaRPr>
          </a:p>
          <a:p>
            <a:pPr marL="0" indent="0">
              <a:lnSpc>
                <a:spcPct val="114999"/>
              </a:lnSpc>
              <a:buNone/>
            </a:pPr>
            <a:r>
              <a:rPr lang="en-SG" sz="1200">
                <a:solidFill>
                  <a:srgbClr val="000000"/>
                </a:solidFill>
                <a:latin typeface="Open Sans"/>
                <a:ea typeface="Open Sans"/>
                <a:cs typeface="Open Sans"/>
              </a:rPr>
              <a:t>try { </a:t>
            </a:r>
            <a:endParaRPr lang="en-SG">
              <a:solidFill>
                <a:srgbClr val="000000"/>
              </a:solidFill>
              <a:ea typeface="Open Sans"/>
            </a:endParaRPr>
          </a:p>
          <a:p>
            <a:pPr marL="0" indent="0">
              <a:lnSpc>
                <a:spcPct val="114999"/>
              </a:lnSpc>
              <a:buNone/>
            </a:pPr>
            <a:r>
              <a:rPr lang="en-SG" sz="1200">
                <a:solidFill>
                  <a:srgbClr val="000000"/>
                </a:solidFill>
                <a:latin typeface="Open Sans"/>
                <a:ea typeface="Open Sans"/>
                <a:cs typeface="Open Sans"/>
              </a:rPr>
              <a:t>  </a:t>
            </a:r>
            <a:r>
              <a:rPr lang="en-SG" sz="1200" err="1">
                <a:solidFill>
                  <a:srgbClr val="000000"/>
                </a:solidFill>
                <a:latin typeface="Open Sans"/>
                <a:ea typeface="Open Sans"/>
                <a:cs typeface="Open Sans"/>
              </a:rPr>
              <a:t>const</a:t>
            </a:r>
            <a:r>
              <a:rPr lang="en-SG" sz="1200">
                <a:solidFill>
                  <a:srgbClr val="000000"/>
                </a:solidFill>
                <a:latin typeface="Open Sans"/>
                <a:ea typeface="Open Sans"/>
                <a:cs typeface="Open Sans"/>
              </a:rPr>
              <a:t> response = await </a:t>
            </a:r>
            <a:r>
              <a:rPr lang="en-SG" sz="1200" err="1">
                <a:solidFill>
                  <a:srgbClr val="000000"/>
                </a:solidFill>
                <a:latin typeface="Open Sans"/>
                <a:ea typeface="Open Sans"/>
                <a:cs typeface="Open Sans"/>
              </a:rPr>
              <a:t>axios.post</a:t>
            </a:r>
            <a:r>
              <a:rPr lang="en-SG" sz="1200">
                <a:solidFill>
                  <a:srgbClr val="000000"/>
                </a:solidFill>
                <a:latin typeface="Open Sans"/>
                <a:ea typeface="Open Sans"/>
                <a:cs typeface="Open Sans"/>
              </a:rPr>
              <a:t>(</a:t>
            </a:r>
            <a:r>
              <a:rPr lang="en-SG" sz="1200" err="1">
                <a:solidFill>
                  <a:srgbClr val="000000"/>
                </a:solidFill>
                <a:latin typeface="Open Sans"/>
                <a:ea typeface="Open Sans"/>
                <a:cs typeface="Open Sans"/>
              </a:rPr>
              <a:t>url</a:t>
            </a:r>
            <a:r>
              <a:rPr lang="en-SG" sz="1200">
                <a:solidFill>
                  <a:srgbClr val="000000"/>
                </a:solidFill>
                <a:latin typeface="Open Sans"/>
                <a:ea typeface="Open Sans"/>
                <a:cs typeface="Open Sans"/>
              </a:rPr>
              <a:t>, data, </a:t>
            </a:r>
            <a:r>
              <a:rPr lang="en-SG" sz="1200" b="1">
                <a:solidFill>
                  <a:srgbClr val="000000"/>
                </a:solidFill>
                <a:latin typeface="Open Sans"/>
                <a:ea typeface="Open Sans"/>
                <a:cs typeface="Open Sans"/>
              </a:rPr>
              <a:t>config</a:t>
            </a:r>
            <a:r>
              <a:rPr lang="en-SG" sz="1200">
                <a:solidFill>
                  <a:srgbClr val="000000"/>
                </a:solidFill>
                <a:latin typeface="Open Sans"/>
                <a:ea typeface="Open Sans"/>
                <a:cs typeface="Open Sans"/>
              </a:rPr>
              <a:t>)</a:t>
            </a:r>
            <a:endParaRPr lang="en-SG">
              <a:solidFill>
                <a:srgbClr val="000000"/>
              </a:solidFill>
              <a:ea typeface="Open Sans"/>
            </a:endParaRPr>
          </a:p>
          <a:p>
            <a:pPr marL="0" indent="0">
              <a:lnSpc>
                <a:spcPct val="114999"/>
              </a:lnSpc>
              <a:buNone/>
            </a:pPr>
            <a:r>
              <a:rPr lang="en-SG" sz="1200">
                <a:solidFill>
                  <a:srgbClr val="000000"/>
                </a:solidFill>
                <a:latin typeface="Open Sans"/>
                <a:ea typeface="Open Sans"/>
                <a:cs typeface="Open Sans"/>
              </a:rPr>
              <a:t>... </a:t>
            </a:r>
            <a:endParaRPr lang="en-SG">
              <a:solidFill>
                <a:srgbClr val="000000"/>
              </a:solidFill>
              <a:ea typeface="Open Sans"/>
            </a:endParaRPr>
          </a:p>
          <a:p>
            <a:pPr marL="0" indent="0">
              <a:lnSpc>
                <a:spcPct val="114999"/>
              </a:lnSpc>
              <a:buNone/>
            </a:pPr>
            <a:endParaRPr lang="en-SG" sz="1200">
              <a:solidFill>
                <a:srgbClr val="000000"/>
              </a:solidFill>
              <a:latin typeface="Open Sans"/>
              <a:ea typeface="Open Sans"/>
              <a:cs typeface="Open Sans"/>
            </a:endParaRPr>
          </a:p>
          <a:p>
            <a:pPr marL="0" indent="0">
              <a:lnSpc>
                <a:spcPct val="114999"/>
              </a:lnSpc>
              <a:buNone/>
            </a:pPr>
            <a:endParaRPr lang="en-SG" sz="1200">
              <a:latin typeface="Open Sans"/>
              <a:ea typeface="Open Sans"/>
              <a:cs typeface="Open Sans"/>
            </a:endParaRPr>
          </a:p>
        </p:txBody>
      </p:sp>
      <p:sp>
        <p:nvSpPr>
          <p:cNvPr id="3" name="Google Shape;150;p13">
            <a:extLst>
              <a:ext uri="{FF2B5EF4-FFF2-40B4-BE49-F238E27FC236}">
                <a16:creationId xmlns:a16="http://schemas.microsoft.com/office/drawing/2014/main" id="{A4E0A5C7-8341-C016-7F20-C3F24F98CE47}"/>
              </a:ext>
            </a:extLst>
          </p:cNvPr>
          <p:cNvSpPr/>
          <p:nvPr/>
        </p:nvSpPr>
        <p:spPr>
          <a:xfrm>
            <a:off x="805911" y="4183356"/>
            <a:ext cx="3408300" cy="791737"/>
          </a:xfrm>
          <a:prstGeom prst="wedgeRoundRectCallout">
            <a:avLst>
              <a:gd name="adj1" fmla="val 46071"/>
              <a:gd name="adj2" fmla="val 6549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nSpc>
                <a:spcPct val="115000"/>
              </a:lnSpc>
              <a:buSzPts val="1400"/>
            </a:pPr>
            <a:r>
              <a:rPr lang="en-SG">
                <a:solidFill>
                  <a:schemeClr val="dk1"/>
                </a:solidFill>
              </a:rPr>
              <a:t>The server side (</a:t>
            </a:r>
            <a:r>
              <a:rPr lang="en-SG" err="1">
                <a:solidFill>
                  <a:schemeClr val="dk1"/>
                </a:solidFill>
              </a:rPr>
              <a:t>express.js</a:t>
            </a:r>
            <a:r>
              <a:rPr lang="en-SG">
                <a:solidFill>
                  <a:schemeClr val="dk1"/>
                </a:solidFill>
              </a:rPr>
              <a:t>) can access request headers using </a:t>
            </a:r>
            <a:r>
              <a:rPr lang="en-SG" err="1">
                <a:solidFill>
                  <a:schemeClr val="dk1"/>
                </a:solidFill>
              </a:rPr>
              <a:t>request.header</a:t>
            </a:r>
            <a:r>
              <a:rPr lang="en-SG">
                <a:solidFill>
                  <a:schemeClr val="dk1"/>
                </a:solidFill>
              </a:rPr>
              <a:t>, e.g., </a:t>
            </a:r>
            <a:r>
              <a:rPr lang="en-SG" err="1">
                <a:solidFill>
                  <a:schemeClr val="dk1"/>
                </a:solidFill>
              </a:rPr>
              <a:t>request.header</a:t>
            </a:r>
            <a:r>
              <a:rPr lang="en-SG">
                <a:solidFill>
                  <a:schemeClr val="dk1"/>
                </a:solidFill>
              </a:rPr>
              <a:t>("Authorization")</a:t>
            </a:r>
            <a:endParaRPr lang="en-SG" sz="1400" i="0" u="none" strike="noStrike" cap="none">
              <a:solidFill>
                <a:schemeClr val="dk1"/>
              </a:solidFill>
              <a:latin typeface="Arial"/>
              <a:ea typeface="Arial"/>
              <a:cs typeface="Arial"/>
            </a:endParaRPr>
          </a:p>
        </p:txBody>
      </p:sp>
    </p:spTree>
    <p:extLst>
      <p:ext uri="{BB962C8B-B14F-4D97-AF65-F5344CB8AC3E}">
        <p14:creationId xmlns:p14="http://schemas.microsoft.com/office/powerpoint/2010/main" val="7594530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8331160A-17D8-0A04-BE55-073B45F7EB79}"/>
            </a:ext>
          </a:extLst>
        </p:cNvPr>
        <p:cNvGrpSpPr/>
        <p:nvPr/>
      </p:nvGrpSpPr>
      <p:grpSpPr>
        <a:xfrm>
          <a:off x="0" y="0"/>
          <a:ext cx="0" cy="0"/>
          <a:chOff x="0" y="0"/>
          <a:chExt cx="0" cy="0"/>
        </a:xfrm>
      </p:grpSpPr>
      <p:sp>
        <p:nvSpPr>
          <p:cNvPr id="171" name="Google Shape;171;p16">
            <a:extLst>
              <a:ext uri="{FF2B5EF4-FFF2-40B4-BE49-F238E27FC236}">
                <a16:creationId xmlns:a16="http://schemas.microsoft.com/office/drawing/2014/main" id="{CC00C7C7-E3F2-A387-9526-1830671D4A62}"/>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sz="2800"/>
              <a:t>Running example: A Blog Service (1)</a:t>
            </a:r>
            <a:endParaRPr sz="2800"/>
          </a:p>
        </p:txBody>
      </p:sp>
      <p:sp>
        <p:nvSpPr>
          <p:cNvPr id="172" name="Google Shape;172;p16">
            <a:extLst>
              <a:ext uri="{FF2B5EF4-FFF2-40B4-BE49-F238E27FC236}">
                <a16:creationId xmlns:a16="http://schemas.microsoft.com/office/drawing/2014/main" id="{154FA78E-6649-6473-BD32-ABB3B51F3172}"/>
              </a:ext>
            </a:extLst>
          </p:cNvPr>
          <p:cNvSpPr txBox="1">
            <a:spLocks noGrp="1"/>
          </p:cNvSpPr>
          <p:nvPr>
            <p:ph type="body" idx="1"/>
          </p:nvPr>
        </p:nvSpPr>
        <p:spPr>
          <a:xfrm>
            <a:off x="311699" y="1024505"/>
            <a:ext cx="8520601" cy="2655398"/>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Set up a blog backend service using </a:t>
            </a:r>
            <a:r>
              <a:rPr lang="en" b="1" dirty="0"/>
              <a:t>Node.js + </a:t>
            </a:r>
            <a:r>
              <a:rPr lang="en" b="1" dirty="0" err="1"/>
              <a:t>Express.js</a:t>
            </a:r>
            <a:endParaRPr lang="en" b="1" dirty="0"/>
          </a:p>
          <a:p>
            <a:pPr marL="0" marR="0" lvl="0" indent="0" algn="l" rtl="0">
              <a:lnSpc>
                <a:spcPct val="115000"/>
              </a:lnSpc>
              <a:spcBef>
                <a:spcPts val="0"/>
              </a:spcBef>
              <a:spcAft>
                <a:spcPts val="0"/>
              </a:spcAft>
              <a:buSzPts val="1400"/>
              <a:buNone/>
            </a:pPr>
            <a:r>
              <a:rPr lang="en" dirty="0"/>
              <a:t>These technologies are covered in WAD1. </a:t>
            </a:r>
          </a:p>
          <a:p>
            <a:pPr>
              <a:buFont typeface="Arial"/>
              <a:buAutoNum type="arabicPeriod"/>
            </a:pPr>
            <a:r>
              <a:rPr lang="en-US" sz="1200" dirty="0"/>
              <a:t>Download </a:t>
            </a:r>
            <a:r>
              <a:rPr lang="en-US" sz="1200" b="1" dirty="0" err="1"/>
              <a:t>server.zip</a:t>
            </a:r>
            <a:r>
              <a:rPr lang="en-US" sz="1200" b="1" dirty="0"/>
              <a:t> </a:t>
            </a:r>
            <a:r>
              <a:rPr lang="en-US" sz="1200" dirty="0"/>
              <a:t>and unzip into a folder, say </a:t>
            </a:r>
            <a:r>
              <a:rPr lang="en-US" sz="1200" i="1" dirty="0"/>
              <a:t>server. </a:t>
            </a:r>
            <a:r>
              <a:rPr lang="en-US" sz="1200" dirty="0"/>
              <a:t>It contains a folder ‘</a:t>
            </a:r>
            <a:r>
              <a:rPr lang="en-US" sz="1200" dirty="0">
                <a:highlight>
                  <a:srgbClr val="FFFF00"/>
                </a:highlight>
              </a:rPr>
              <a:t>blog</a:t>
            </a:r>
            <a:r>
              <a:rPr lang="en-US" sz="1200" dirty="0"/>
              <a:t>’ which is a blog backend app.</a:t>
            </a:r>
            <a:endParaRPr lang="en" sz="1200" dirty="0"/>
          </a:p>
          <a:p>
            <a:pPr marL="457200" marR="0" lvl="0" indent="-317500" algn="l" rtl="0">
              <a:lnSpc>
                <a:spcPct val="115000"/>
              </a:lnSpc>
              <a:spcBef>
                <a:spcPts val="0"/>
              </a:spcBef>
              <a:spcAft>
                <a:spcPts val="0"/>
              </a:spcAft>
              <a:buSzPts val="1400"/>
              <a:buAutoNum type="arabicPeriod"/>
            </a:pPr>
            <a:r>
              <a:rPr lang="en" sz="1200" dirty="0"/>
              <a:t>In the terminal, run the following commands to launch this backend service</a:t>
            </a:r>
          </a:p>
          <a:p>
            <a:pPr marL="114300" indent="0">
              <a:lnSpc>
                <a:spcPct val="105000"/>
              </a:lnSpc>
              <a:spcAft>
                <a:spcPts val="600"/>
              </a:spcAft>
              <a:buClr>
                <a:srgbClr val="000000"/>
              </a:buClr>
              <a:buNone/>
            </a:pPr>
            <a:r>
              <a:rPr lang="en-US" sz="1200" dirty="0">
                <a:latin typeface="Open Sans" panose="020B0606030504020204" pitchFamily="34" charset="0"/>
                <a:ea typeface="Open Sans" panose="020B0606030504020204" pitchFamily="34" charset="0"/>
                <a:cs typeface="Open Sans" panose="020B0606030504020204" pitchFamily="34" charset="0"/>
              </a:rPr>
              <a:t>	cd server/blog</a:t>
            </a:r>
          </a:p>
          <a:p>
            <a:pPr marL="114300" indent="0">
              <a:lnSpc>
                <a:spcPct val="105000"/>
              </a:lnSpc>
              <a:spcAft>
                <a:spcPts val="600"/>
              </a:spcAft>
              <a:buClr>
                <a:srgbClr val="000000"/>
              </a:buClr>
              <a:buNone/>
            </a:pPr>
            <a:r>
              <a:rPr lang="en-US" sz="1200" dirty="0">
                <a:latin typeface="Open Sans" panose="020B0606030504020204" pitchFamily="34" charset="0"/>
                <a:ea typeface="Open Sans" panose="020B0606030504020204" pitchFamily="34" charset="0"/>
                <a:cs typeface="Open Sans" panose="020B0606030504020204" pitchFamily="34" charset="0"/>
              </a:rPr>
              <a:t>	</a:t>
            </a:r>
            <a:r>
              <a:rPr lang="en-US" sz="1200" dirty="0" err="1">
                <a:latin typeface="Open Sans" panose="020B0606030504020204" pitchFamily="34" charset="0"/>
                <a:ea typeface="Open Sans" panose="020B0606030504020204" pitchFamily="34" charset="0"/>
                <a:cs typeface="Open Sans" panose="020B0606030504020204" pitchFamily="34" charset="0"/>
              </a:rPr>
              <a:t>pnpm</a:t>
            </a:r>
            <a:r>
              <a:rPr lang="en-US" sz="1200" dirty="0">
                <a:latin typeface="Open Sans" panose="020B0606030504020204" pitchFamily="34" charset="0"/>
                <a:ea typeface="Open Sans" panose="020B0606030504020204" pitchFamily="34" charset="0"/>
                <a:cs typeface="Open Sans" panose="020B0606030504020204" pitchFamily="34" charset="0"/>
              </a:rPr>
              <a:t> install</a:t>
            </a:r>
          </a:p>
          <a:p>
            <a:pPr marL="114300" indent="0">
              <a:lnSpc>
                <a:spcPct val="105000"/>
              </a:lnSpc>
              <a:spcAft>
                <a:spcPts val="600"/>
              </a:spcAft>
              <a:buClr>
                <a:srgbClr val="000000"/>
              </a:buClr>
              <a:buNone/>
            </a:pPr>
            <a:r>
              <a:rPr lang="en-US" sz="1200" dirty="0">
                <a:latin typeface="Open Sans" panose="020B0606030504020204" pitchFamily="34" charset="0"/>
                <a:ea typeface="Open Sans" panose="020B0606030504020204" pitchFamily="34" charset="0"/>
                <a:cs typeface="Open Sans" panose="020B0606030504020204" pitchFamily="34" charset="0"/>
              </a:rPr>
              <a:t>	</a:t>
            </a:r>
            <a:r>
              <a:rPr lang="en-US" sz="1200" dirty="0" err="1">
                <a:latin typeface="Open Sans" panose="020B0606030504020204" pitchFamily="34" charset="0"/>
                <a:ea typeface="Open Sans" panose="020B0606030504020204" pitchFamily="34" charset="0"/>
                <a:cs typeface="Open Sans" panose="020B0606030504020204" pitchFamily="34" charset="0"/>
              </a:rPr>
              <a:t>pnpm</a:t>
            </a:r>
            <a:r>
              <a:rPr lang="en-US" sz="1200" dirty="0">
                <a:latin typeface="Open Sans" panose="020B0606030504020204" pitchFamily="34" charset="0"/>
                <a:ea typeface="Open Sans" panose="020B0606030504020204" pitchFamily="34" charset="0"/>
                <a:cs typeface="Open Sans" panose="020B0606030504020204" pitchFamily="34" charset="0"/>
              </a:rPr>
              <a:t> dev</a:t>
            </a:r>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p:txBody>
      </p:sp>
      <p:pic>
        <p:nvPicPr>
          <p:cNvPr id="3" name="Picture 2" descr="A screenshot of a black screen&#10;&#10;AI-generated content may be incorrect.">
            <a:extLst>
              <a:ext uri="{FF2B5EF4-FFF2-40B4-BE49-F238E27FC236}">
                <a16:creationId xmlns:a16="http://schemas.microsoft.com/office/drawing/2014/main" id="{4817C5A4-4A59-03B5-0A43-F7D0C0B1BCF8}"/>
              </a:ext>
            </a:extLst>
          </p:cNvPr>
          <p:cNvPicPr>
            <a:picLocks noChangeAspect="1"/>
          </p:cNvPicPr>
          <p:nvPr/>
        </p:nvPicPr>
        <p:blipFill>
          <a:blip r:embed="rId3"/>
          <a:stretch>
            <a:fillRect/>
          </a:stretch>
        </p:blipFill>
        <p:spPr>
          <a:xfrm>
            <a:off x="3164609" y="2226961"/>
            <a:ext cx="1515768" cy="2586182"/>
          </a:xfrm>
          <a:prstGeom prst="rect">
            <a:avLst/>
          </a:prstGeom>
        </p:spPr>
      </p:pic>
      <p:pic>
        <p:nvPicPr>
          <p:cNvPr id="5" name="Picture 4" descr="A screenshot of a computer program&#10;&#10;AI-generated content may be incorrect.">
            <a:extLst>
              <a:ext uri="{FF2B5EF4-FFF2-40B4-BE49-F238E27FC236}">
                <a16:creationId xmlns:a16="http://schemas.microsoft.com/office/drawing/2014/main" id="{CD141905-734F-CC15-2EFA-868BAE049C35}"/>
              </a:ext>
            </a:extLst>
          </p:cNvPr>
          <p:cNvPicPr>
            <a:picLocks noChangeAspect="1"/>
          </p:cNvPicPr>
          <p:nvPr/>
        </p:nvPicPr>
        <p:blipFill>
          <a:blip r:embed="rId4"/>
          <a:stretch>
            <a:fillRect/>
          </a:stretch>
        </p:blipFill>
        <p:spPr>
          <a:xfrm>
            <a:off x="5043632" y="2506557"/>
            <a:ext cx="3222914" cy="2026990"/>
          </a:xfrm>
          <a:prstGeom prst="rect">
            <a:avLst/>
          </a:prstGeom>
        </p:spPr>
      </p:pic>
    </p:spTree>
    <p:extLst>
      <p:ext uri="{BB962C8B-B14F-4D97-AF65-F5344CB8AC3E}">
        <p14:creationId xmlns:p14="http://schemas.microsoft.com/office/powerpoint/2010/main" val="3205309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91A4E7F6-5602-B9BF-A455-2093225978A6}"/>
            </a:ext>
          </a:extLst>
        </p:cNvPr>
        <p:cNvGrpSpPr/>
        <p:nvPr/>
      </p:nvGrpSpPr>
      <p:grpSpPr>
        <a:xfrm>
          <a:off x="0" y="0"/>
          <a:ext cx="0" cy="0"/>
          <a:chOff x="0" y="0"/>
          <a:chExt cx="0" cy="0"/>
        </a:xfrm>
      </p:grpSpPr>
      <p:sp>
        <p:nvSpPr>
          <p:cNvPr id="171" name="Google Shape;171;p16">
            <a:extLst>
              <a:ext uri="{FF2B5EF4-FFF2-40B4-BE49-F238E27FC236}">
                <a16:creationId xmlns:a16="http://schemas.microsoft.com/office/drawing/2014/main" id="{9C627A7E-CE99-0934-2C72-88EAB96A1E25}"/>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sz="2800"/>
              <a:t>Running example: A Blog Service (2)</a:t>
            </a:r>
            <a:endParaRPr sz="2800"/>
          </a:p>
        </p:txBody>
      </p:sp>
      <p:sp>
        <p:nvSpPr>
          <p:cNvPr id="172" name="Google Shape;172;p16">
            <a:extLst>
              <a:ext uri="{FF2B5EF4-FFF2-40B4-BE49-F238E27FC236}">
                <a16:creationId xmlns:a16="http://schemas.microsoft.com/office/drawing/2014/main" id="{2CBC602C-2C10-DB9C-0267-26D50521D156}"/>
              </a:ext>
            </a:extLst>
          </p:cNvPr>
          <p:cNvSpPr txBox="1">
            <a:spLocks noGrp="1"/>
          </p:cNvSpPr>
          <p:nvPr>
            <p:ph type="body" idx="1"/>
          </p:nvPr>
        </p:nvSpPr>
        <p:spPr>
          <a:xfrm>
            <a:off x="311699" y="1024505"/>
            <a:ext cx="8520601" cy="2655398"/>
          </a:xfrm>
          <a:prstGeom prst="rect">
            <a:avLst/>
          </a:prstGeom>
          <a:noFill/>
          <a:ln>
            <a:noFill/>
          </a:ln>
        </p:spPr>
        <p:txBody>
          <a:bodyPr spcFirstLastPara="1" wrap="square" lIns="91425" tIns="91425" rIns="91425" bIns="91425" anchor="t" anchorCtr="0">
            <a:noAutofit/>
          </a:bodyPr>
          <a:lstStyle/>
          <a:p>
            <a:pPr marL="139700" indent="0">
              <a:buNone/>
            </a:pPr>
            <a:r>
              <a:rPr lang="en-US" sz="1200"/>
              <a:t>3. In the browser, run the URL: </a:t>
            </a:r>
            <a:r>
              <a:rPr lang="en-US" sz="1200">
                <a:hlinkClick r:id="rId3"/>
              </a:rPr>
              <a:t>http://localhost:8000/posts</a:t>
            </a:r>
            <a:endParaRPr lang="en-US" sz="1200"/>
          </a:p>
          <a:p>
            <a:pPr marL="139700" indent="0">
              <a:buNone/>
            </a:pPr>
            <a:r>
              <a:rPr lang="en-US" sz="1200"/>
              <a:t>You should observe the JSON data returned by the blog service.</a:t>
            </a:r>
          </a:p>
          <a:p>
            <a:pPr marL="139700" indent="0">
              <a:buNone/>
            </a:pPr>
            <a:endParaRPr lang="en-US" sz="1200"/>
          </a:p>
          <a:p>
            <a:pPr marL="139700" indent="0">
              <a:buNone/>
            </a:pPr>
            <a:endParaRPr lang="en-US" sz="1200"/>
          </a:p>
          <a:p>
            <a:pPr marL="139700" indent="0">
              <a:buNone/>
            </a:pPr>
            <a:endParaRPr lang="en-US" sz="1200"/>
          </a:p>
          <a:p>
            <a:pPr marL="139700" indent="0">
              <a:buNone/>
            </a:pPr>
            <a:endParaRPr lang="en-US" sz="1200"/>
          </a:p>
          <a:p>
            <a:pPr marL="139700" indent="0">
              <a:buNone/>
            </a:pPr>
            <a:endParaRPr lang="en-US" sz="1200"/>
          </a:p>
          <a:p>
            <a:pPr marL="139700" indent="0">
              <a:buNone/>
            </a:pPr>
            <a:endParaRPr lang="en-US" sz="1200"/>
          </a:p>
          <a:p>
            <a:pPr marL="139700" indent="0">
              <a:buNone/>
            </a:pPr>
            <a:endParaRPr lang="en-US" sz="1200"/>
          </a:p>
          <a:p>
            <a:pPr marL="139700" indent="0">
              <a:buNone/>
            </a:pPr>
            <a:r>
              <a:rPr lang="en-US" sz="1200"/>
              <a:t>4. This blog service provides a few APIs. Some of them are:</a:t>
            </a:r>
          </a:p>
          <a:p>
            <a:pPr marL="139700" indent="0">
              <a:buNone/>
            </a:pPr>
            <a:r>
              <a:rPr lang="en-US" sz="1200"/>
              <a:t>	retrieve all posts: </a:t>
            </a:r>
            <a:r>
              <a:rPr lang="en-US" sz="1200">
                <a:latin typeface="Open Sans" panose="020B0606030504020204" pitchFamily="34" charset="0"/>
                <a:ea typeface="Open Sans" panose="020B0606030504020204" pitchFamily="34" charset="0"/>
                <a:cs typeface="Open Sans" panose="020B0606030504020204" pitchFamily="34" charset="0"/>
              </a:rPr>
              <a:t>GET /posts</a:t>
            </a:r>
          </a:p>
          <a:p>
            <a:pPr marL="139700" indent="0">
              <a:buNone/>
            </a:pPr>
            <a:r>
              <a:rPr lang="en-US" sz="1200"/>
              <a:t>	retrieve post with a given id: </a:t>
            </a:r>
            <a:r>
              <a:rPr lang="en-US" sz="1200">
                <a:latin typeface="Open Sans" panose="020B0606030504020204" pitchFamily="34" charset="0"/>
                <a:ea typeface="Open Sans" panose="020B0606030504020204" pitchFamily="34" charset="0"/>
                <a:cs typeface="Open Sans" panose="020B0606030504020204" pitchFamily="34" charset="0"/>
              </a:rPr>
              <a:t>GET /posts/:id</a:t>
            </a:r>
          </a:p>
          <a:p>
            <a:pPr marL="139700" indent="0">
              <a:buNone/>
            </a:pPr>
            <a:r>
              <a:rPr lang="en-US" sz="1200"/>
              <a:t>	create a new post: </a:t>
            </a:r>
            <a:r>
              <a:rPr lang="en-US" sz="1200">
                <a:latin typeface="Open Sans" panose="020B0606030504020204" pitchFamily="34" charset="0"/>
                <a:ea typeface="Open Sans" panose="020B0606030504020204" pitchFamily="34" charset="0"/>
                <a:cs typeface="Open Sans" panose="020B0606030504020204" pitchFamily="34" charset="0"/>
              </a:rPr>
              <a:t>POST /posts</a:t>
            </a:r>
          </a:p>
          <a:p>
            <a:pPr marL="139700" indent="0">
              <a:buNone/>
            </a:pPr>
            <a:r>
              <a:rPr lang="en-US" sz="1200"/>
              <a:t>	update an existing post with a given id: </a:t>
            </a:r>
            <a:r>
              <a:rPr lang="en-US" sz="1200">
                <a:latin typeface="Open Sans" panose="020B0606030504020204" pitchFamily="34" charset="0"/>
                <a:ea typeface="Open Sans" panose="020B0606030504020204" pitchFamily="34" charset="0"/>
                <a:cs typeface="Open Sans" panose="020B0606030504020204" pitchFamily="34" charset="0"/>
              </a:rPr>
              <a:t>PUT /posts/:id</a:t>
            </a:r>
          </a:p>
          <a:p>
            <a:pPr marL="139700" indent="0">
              <a:buNone/>
            </a:pPr>
            <a:r>
              <a:rPr lang="en-US" sz="1200"/>
              <a:t>	delete an existing post with a given id: </a:t>
            </a:r>
            <a:r>
              <a:rPr lang="en-US" sz="1200">
                <a:latin typeface="Open Sans" panose="020B0606030504020204" pitchFamily="34" charset="0"/>
                <a:ea typeface="Open Sans" panose="020B0606030504020204" pitchFamily="34" charset="0"/>
                <a:cs typeface="Open Sans" panose="020B0606030504020204" pitchFamily="34" charset="0"/>
              </a:rPr>
              <a:t>DELETE /posts/:id</a:t>
            </a:r>
            <a:endParaRPr lang="en" sz="1200">
              <a:latin typeface="Open Sans" panose="020B0606030504020204" pitchFamily="34" charset="0"/>
              <a:ea typeface="Open Sans" panose="020B0606030504020204" pitchFamily="34" charset="0"/>
              <a:cs typeface="Open Sans" panose="020B0606030504020204" pitchFamily="34" charset="0"/>
            </a:endParaRPr>
          </a:p>
          <a:p>
            <a:pPr marL="139700" indent="0">
              <a:buNone/>
            </a:pPr>
            <a:endParaRPr lang="en" sz="1200">
              <a:latin typeface="Open Sans" panose="020B0606030504020204" pitchFamily="34" charset="0"/>
              <a:ea typeface="Open Sans" panose="020B0606030504020204" pitchFamily="34" charset="0"/>
              <a:cs typeface="Open Sans" panose="020B0606030504020204" pitchFamily="34" charset="0"/>
            </a:endParaRPr>
          </a:p>
          <a:p>
            <a:pPr marL="139700" indent="0">
              <a:buNone/>
            </a:pPr>
            <a:r>
              <a:rPr lang="en" sz="1200" b="1">
                <a:latin typeface="+mn-lt"/>
                <a:ea typeface="Open Sans" panose="020B0606030504020204" pitchFamily="34" charset="0"/>
                <a:cs typeface="Open Sans" panose="020B0606030504020204" pitchFamily="34" charset="0"/>
              </a:rPr>
              <a:t>Example </a:t>
            </a:r>
            <a:r>
              <a:rPr lang="en" sz="1200" i="1">
                <a:latin typeface="+mn-lt"/>
                <a:ea typeface="Open Sans" panose="020B0606030504020204" pitchFamily="34" charset="0"/>
                <a:cs typeface="Open Sans" panose="020B0606030504020204" pitchFamily="34" charset="0"/>
              </a:rPr>
              <a:t>retrieve post with a given id =&gt;</a:t>
            </a:r>
            <a:endParaRPr lang="en" i="1">
              <a:latin typeface="+mn-lt"/>
            </a:endParaRPr>
          </a:p>
          <a:p>
            <a:pPr lvl="1" indent="-317500">
              <a:spcBef>
                <a:spcPts val="0"/>
              </a:spcBef>
              <a:buSzPts val="1400"/>
            </a:pPr>
            <a:endParaRPr lang="en"/>
          </a:p>
        </p:txBody>
      </p:sp>
      <p:pic>
        <p:nvPicPr>
          <p:cNvPr id="3" name="Picture 2" descr="A screenshot of a computer&#10;&#10;AI-generated content may be incorrect.">
            <a:extLst>
              <a:ext uri="{FF2B5EF4-FFF2-40B4-BE49-F238E27FC236}">
                <a16:creationId xmlns:a16="http://schemas.microsoft.com/office/drawing/2014/main" id="{E17BD5C8-D622-2862-9939-D9517C2D4D6C}"/>
              </a:ext>
            </a:extLst>
          </p:cNvPr>
          <p:cNvPicPr>
            <a:picLocks noChangeAspect="1"/>
          </p:cNvPicPr>
          <p:nvPr/>
        </p:nvPicPr>
        <p:blipFill>
          <a:blip r:embed="rId4"/>
          <a:stretch>
            <a:fillRect/>
          </a:stretch>
        </p:blipFill>
        <p:spPr>
          <a:xfrm>
            <a:off x="685800" y="1794342"/>
            <a:ext cx="6769768" cy="907115"/>
          </a:xfrm>
          <a:prstGeom prst="rect">
            <a:avLst/>
          </a:prstGeom>
        </p:spPr>
      </p:pic>
      <p:pic>
        <p:nvPicPr>
          <p:cNvPr id="5" name="Picture 4" descr="A screenshot of a social media post&#10;&#10;AI-generated content may be incorrect.">
            <a:extLst>
              <a:ext uri="{FF2B5EF4-FFF2-40B4-BE49-F238E27FC236}">
                <a16:creationId xmlns:a16="http://schemas.microsoft.com/office/drawing/2014/main" id="{7A8D2DBB-B4E7-58CC-06BE-148C7532184D}"/>
              </a:ext>
            </a:extLst>
          </p:cNvPr>
          <p:cNvPicPr>
            <a:picLocks noChangeAspect="1"/>
          </p:cNvPicPr>
          <p:nvPr/>
        </p:nvPicPr>
        <p:blipFill>
          <a:blip r:embed="rId5"/>
          <a:stretch>
            <a:fillRect/>
          </a:stretch>
        </p:blipFill>
        <p:spPr>
          <a:xfrm>
            <a:off x="3488481" y="4388483"/>
            <a:ext cx="3256268" cy="572594"/>
          </a:xfrm>
          <a:prstGeom prst="rect">
            <a:avLst/>
          </a:prstGeom>
        </p:spPr>
      </p:pic>
    </p:spTree>
    <p:extLst>
      <p:ext uri="{BB962C8B-B14F-4D97-AF65-F5344CB8AC3E}">
        <p14:creationId xmlns:p14="http://schemas.microsoft.com/office/powerpoint/2010/main" val="41626539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1" name="Google Shape;171;p16"/>
          <p:cNvSpPr txBox="1">
            <a:spLocks noGrp="1"/>
          </p:cNvSpPr>
          <p:nvPr>
            <p:ph type="title"/>
          </p:nvPr>
        </p:nvSpPr>
        <p:spPr>
          <a:xfrm>
            <a:off x="311700" y="88624"/>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sz="2800"/>
              <a:t>Alternative: A Blog Service with MongoDB (1)</a:t>
            </a:r>
            <a:endParaRPr sz="2800"/>
          </a:p>
        </p:txBody>
      </p:sp>
      <p:sp>
        <p:nvSpPr>
          <p:cNvPr id="172" name="Google Shape;172;p16"/>
          <p:cNvSpPr txBox="1">
            <a:spLocks noGrp="1"/>
          </p:cNvSpPr>
          <p:nvPr>
            <p:ph type="body" idx="1"/>
          </p:nvPr>
        </p:nvSpPr>
        <p:spPr>
          <a:xfrm>
            <a:off x="311699" y="797204"/>
            <a:ext cx="8520601" cy="2655398"/>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Set up a blog backend service using </a:t>
            </a:r>
            <a:r>
              <a:rPr lang="en" b="1" dirty="0"/>
              <a:t>Node.js + </a:t>
            </a:r>
            <a:r>
              <a:rPr lang="en" b="1" dirty="0" err="1"/>
              <a:t>Express.js</a:t>
            </a:r>
            <a:r>
              <a:rPr lang="en" b="1" dirty="0"/>
              <a:t> + Mongoose + MongoDB </a:t>
            </a:r>
          </a:p>
          <a:p>
            <a:pPr marL="0" marR="0" lvl="0" indent="0" algn="l" rtl="0">
              <a:lnSpc>
                <a:spcPct val="115000"/>
              </a:lnSpc>
              <a:spcBef>
                <a:spcPts val="0"/>
              </a:spcBef>
              <a:spcAft>
                <a:spcPts val="0"/>
              </a:spcAft>
              <a:buSzPts val="1400"/>
              <a:buNone/>
            </a:pPr>
            <a:r>
              <a:rPr lang="en" dirty="0"/>
              <a:t>These technologies are covered in WAD1. </a:t>
            </a:r>
          </a:p>
          <a:p>
            <a:pPr>
              <a:buFont typeface="Arial"/>
              <a:buAutoNum type="arabicPeriod"/>
            </a:pPr>
            <a:r>
              <a:rPr lang="en-US" sz="1200" dirty="0"/>
              <a:t>Download </a:t>
            </a:r>
            <a:r>
              <a:rPr lang="en-US" sz="1200" b="1" dirty="0" err="1"/>
              <a:t>server.zip</a:t>
            </a:r>
            <a:r>
              <a:rPr lang="en-US" sz="1200" b="1" dirty="0"/>
              <a:t> </a:t>
            </a:r>
            <a:r>
              <a:rPr lang="en-US" sz="1200" dirty="0"/>
              <a:t>and unzip into a folder, say </a:t>
            </a:r>
            <a:r>
              <a:rPr lang="en-US" sz="1200" i="1" dirty="0"/>
              <a:t>server. </a:t>
            </a:r>
            <a:r>
              <a:rPr lang="en-US" sz="1200" dirty="0"/>
              <a:t>It contains a folder ‘</a:t>
            </a:r>
            <a:r>
              <a:rPr lang="en-US" sz="1200" dirty="0">
                <a:highlight>
                  <a:srgbClr val="FFFF00"/>
                </a:highlight>
              </a:rPr>
              <a:t>blog-with-</a:t>
            </a:r>
            <a:r>
              <a:rPr lang="en-US" sz="1200" dirty="0" err="1">
                <a:highlight>
                  <a:srgbClr val="FFFF00"/>
                </a:highlight>
              </a:rPr>
              <a:t>mongodb</a:t>
            </a:r>
            <a:r>
              <a:rPr lang="en-US" sz="1200" dirty="0"/>
              <a:t>’ which is a blog backend app.</a:t>
            </a:r>
            <a:endParaRPr lang="en" sz="1200" dirty="0"/>
          </a:p>
          <a:p>
            <a:pPr marL="457200" marR="0" lvl="0" indent="-317500" algn="l" rtl="0">
              <a:lnSpc>
                <a:spcPct val="115000"/>
              </a:lnSpc>
              <a:spcBef>
                <a:spcPts val="0"/>
              </a:spcBef>
              <a:spcAft>
                <a:spcPts val="0"/>
              </a:spcAft>
              <a:buSzPts val="1400"/>
              <a:buAutoNum type="arabicPeriod"/>
            </a:pPr>
            <a:r>
              <a:rPr lang="en" sz="1200" dirty="0"/>
              <a:t>Setup </a:t>
            </a:r>
            <a:r>
              <a:rPr lang="en" sz="1200" dirty="0">
                <a:hlinkClick r:id="rId3"/>
              </a:rPr>
              <a:t>MongoDB account </a:t>
            </a:r>
            <a:r>
              <a:rPr lang="en" sz="1200" dirty="0"/>
              <a:t> </a:t>
            </a:r>
          </a:p>
          <a:p>
            <a:pPr marL="457200" marR="0" lvl="0" indent="-317500" algn="l" rtl="0">
              <a:lnSpc>
                <a:spcPct val="115000"/>
              </a:lnSpc>
              <a:spcBef>
                <a:spcPts val="0"/>
              </a:spcBef>
              <a:spcAft>
                <a:spcPts val="0"/>
              </a:spcAft>
              <a:buSzPts val="1400"/>
              <a:buAutoNum type="arabicPeriod"/>
            </a:pPr>
            <a:r>
              <a:rPr lang="en" sz="1200" dirty="0"/>
              <a:t>Import blogs-</a:t>
            </a:r>
            <a:r>
              <a:rPr lang="en" sz="1200" dirty="0" err="1"/>
              <a:t>data.json</a:t>
            </a:r>
            <a:r>
              <a:rPr lang="en" sz="1200" dirty="0"/>
              <a:t> provided in </a:t>
            </a:r>
            <a:r>
              <a:rPr lang="en" sz="1200" i="1" dirty="0"/>
              <a:t>server/blog-with-</a:t>
            </a:r>
            <a:r>
              <a:rPr lang="en" sz="1200" i="1" dirty="0" err="1"/>
              <a:t>mongodb</a:t>
            </a:r>
            <a:r>
              <a:rPr lang="en" sz="1200" i="1" dirty="0"/>
              <a:t>/data </a:t>
            </a:r>
            <a:endParaRPr lang="en-SG" sz="1200"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lvl="1" indent="-317500">
              <a:spcBef>
                <a:spcPts val="0"/>
              </a:spcBef>
              <a:buSzPts val="1400"/>
            </a:pPr>
            <a:endParaRPr lang="en" dirty="0"/>
          </a:p>
          <a:p>
            <a:pPr marL="596900" lvl="1" indent="0">
              <a:spcBef>
                <a:spcPts val="0"/>
              </a:spcBef>
              <a:buSzPts val="1400"/>
              <a:buNone/>
            </a:pPr>
            <a:r>
              <a:rPr lang="en-US" dirty="0">
                <a:highlight>
                  <a:srgbClr val="FFFF00"/>
                </a:highlight>
              </a:rPr>
              <a:t>(Refer to </a:t>
            </a:r>
            <a:r>
              <a:rPr lang="en-US" b="1" dirty="0" err="1">
                <a:highlight>
                  <a:srgbClr val="FFFF00"/>
                </a:highlight>
              </a:rPr>
              <a:t>mongodb_guide.pptx</a:t>
            </a:r>
            <a:r>
              <a:rPr lang="en-US" b="1" dirty="0">
                <a:highlight>
                  <a:srgbClr val="FFFF00"/>
                </a:highlight>
              </a:rPr>
              <a:t> </a:t>
            </a:r>
            <a:r>
              <a:rPr lang="en-US" dirty="0">
                <a:highlight>
                  <a:srgbClr val="FFFF00"/>
                </a:highlight>
              </a:rPr>
              <a:t>given in </a:t>
            </a:r>
            <a:r>
              <a:rPr lang="en-US" i="1" dirty="0">
                <a:highlight>
                  <a:srgbClr val="FFFF00"/>
                </a:highlight>
              </a:rPr>
              <a:t>REST/</a:t>
            </a:r>
            <a:r>
              <a:rPr lang="en-US" i="1" dirty="0" err="1">
                <a:highlight>
                  <a:srgbClr val="FFFF00"/>
                </a:highlight>
              </a:rPr>
              <a:t>mongodb</a:t>
            </a:r>
            <a:r>
              <a:rPr lang="en-US" i="1" dirty="0">
                <a:highlight>
                  <a:srgbClr val="FFFF00"/>
                </a:highlight>
              </a:rPr>
              <a:t>/ </a:t>
            </a:r>
            <a:r>
              <a:rPr lang="en-US" dirty="0">
                <a:highlight>
                  <a:srgbClr val="FFFF00"/>
                </a:highlight>
              </a:rPr>
              <a:t>folder to conduct the following steps)</a:t>
            </a:r>
          </a:p>
        </p:txBody>
      </p:sp>
      <p:pic>
        <p:nvPicPr>
          <p:cNvPr id="7" name="Picture 6">
            <a:extLst>
              <a:ext uri="{FF2B5EF4-FFF2-40B4-BE49-F238E27FC236}">
                <a16:creationId xmlns:a16="http://schemas.microsoft.com/office/drawing/2014/main" id="{B6A14C23-3E98-D4D3-7952-7AF34A102B46}"/>
              </a:ext>
            </a:extLst>
          </p:cNvPr>
          <p:cNvPicPr>
            <a:picLocks noChangeAspect="1"/>
          </p:cNvPicPr>
          <p:nvPr/>
        </p:nvPicPr>
        <p:blipFill>
          <a:blip r:embed="rId4"/>
          <a:stretch>
            <a:fillRect/>
          </a:stretch>
        </p:blipFill>
        <p:spPr>
          <a:xfrm>
            <a:off x="2288282" y="2309053"/>
            <a:ext cx="3378019" cy="2158057"/>
          </a:xfrm>
          <a:prstGeom prst="rect">
            <a:avLst/>
          </a:prstGeom>
        </p:spPr>
      </p:pic>
      <p:cxnSp>
        <p:nvCxnSpPr>
          <p:cNvPr id="9" name="Straight Arrow Connector 8">
            <a:extLst>
              <a:ext uri="{FF2B5EF4-FFF2-40B4-BE49-F238E27FC236}">
                <a16:creationId xmlns:a16="http://schemas.microsoft.com/office/drawing/2014/main" id="{4F110318-6C73-C86B-5AE9-A76B619EF729}"/>
              </a:ext>
            </a:extLst>
          </p:cNvPr>
          <p:cNvCxnSpPr>
            <a:cxnSpLocks/>
          </p:cNvCxnSpPr>
          <p:nvPr/>
        </p:nvCxnSpPr>
        <p:spPr>
          <a:xfrm>
            <a:off x="2181726" y="2234828"/>
            <a:ext cx="1899998" cy="140192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 name="Google Shape;150;p13">
            <a:extLst>
              <a:ext uri="{FF2B5EF4-FFF2-40B4-BE49-F238E27FC236}">
                <a16:creationId xmlns:a16="http://schemas.microsoft.com/office/drawing/2014/main" id="{873D939C-123F-AF42-98E8-AE60867636D5}"/>
              </a:ext>
            </a:extLst>
          </p:cNvPr>
          <p:cNvSpPr/>
          <p:nvPr/>
        </p:nvSpPr>
        <p:spPr>
          <a:xfrm>
            <a:off x="6451599" y="2254255"/>
            <a:ext cx="2501851" cy="1855494"/>
          </a:xfrm>
          <a:prstGeom prst="wedgeRoundRectCallout">
            <a:avLst>
              <a:gd name="adj1" fmla="val 46071"/>
              <a:gd name="adj2" fmla="val 6549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nSpc>
                <a:spcPct val="115000"/>
              </a:lnSpc>
              <a:buSzPts val="1400"/>
            </a:pPr>
            <a:r>
              <a:rPr lang="en-SG" sz="1200">
                <a:solidFill>
                  <a:schemeClr val="dk1"/>
                </a:solidFill>
              </a:rPr>
              <a:t>Instead of using the blog service set up in previous slides, you could alternatively use a more realistic backend blog service with MongoDB.</a:t>
            </a:r>
          </a:p>
          <a:p>
            <a:pPr>
              <a:lnSpc>
                <a:spcPct val="115000"/>
              </a:lnSpc>
              <a:buSzPts val="1400"/>
            </a:pPr>
            <a:endParaRPr lang="en-SG" sz="1200" i="0" u="none" strike="noStrike" cap="none">
              <a:solidFill>
                <a:schemeClr val="dk1"/>
              </a:solidFill>
              <a:latin typeface="Arial"/>
              <a:ea typeface="Arial"/>
              <a:cs typeface="Arial"/>
            </a:endParaRPr>
          </a:p>
          <a:p>
            <a:pPr>
              <a:lnSpc>
                <a:spcPct val="115000"/>
              </a:lnSpc>
              <a:buSzPts val="1400"/>
            </a:pPr>
            <a:r>
              <a:rPr lang="en-SG" sz="1200">
                <a:solidFill>
                  <a:schemeClr val="dk1"/>
                </a:solidFill>
              </a:rPr>
              <a:t>You could use this as a reference for your project.</a:t>
            </a:r>
            <a:endParaRPr lang="en-SG" sz="1200" i="0" u="none" strike="noStrike" cap="none">
              <a:solidFill>
                <a:schemeClr val="dk1"/>
              </a:solidFill>
              <a:latin typeface="Arial"/>
              <a:ea typeface="Arial"/>
              <a:cs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A86D128B-4BEC-DCB6-959D-76660CC1D10E}"/>
            </a:ext>
          </a:extLst>
        </p:cNvPr>
        <p:cNvGrpSpPr/>
        <p:nvPr/>
      </p:nvGrpSpPr>
      <p:grpSpPr>
        <a:xfrm>
          <a:off x="0" y="0"/>
          <a:ext cx="0" cy="0"/>
          <a:chOff x="0" y="0"/>
          <a:chExt cx="0" cy="0"/>
        </a:xfrm>
      </p:grpSpPr>
      <p:sp>
        <p:nvSpPr>
          <p:cNvPr id="171" name="Google Shape;171;p16">
            <a:extLst>
              <a:ext uri="{FF2B5EF4-FFF2-40B4-BE49-F238E27FC236}">
                <a16:creationId xmlns:a16="http://schemas.microsoft.com/office/drawing/2014/main" id="{F3E07687-23A9-01F8-FF48-C05823806F66}"/>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lvl="0"/>
            <a:r>
              <a:rPr lang="en" sz="2800"/>
              <a:t>Alternative: A Blog Service with MongoDB (2)</a:t>
            </a:r>
            <a:endParaRPr sz="2800"/>
          </a:p>
        </p:txBody>
      </p:sp>
      <p:sp>
        <p:nvSpPr>
          <p:cNvPr id="172" name="Google Shape;172;p16">
            <a:extLst>
              <a:ext uri="{FF2B5EF4-FFF2-40B4-BE49-F238E27FC236}">
                <a16:creationId xmlns:a16="http://schemas.microsoft.com/office/drawing/2014/main" id="{AEB04691-1322-5F94-2E3F-C973A9BB2CB7}"/>
              </a:ext>
            </a:extLst>
          </p:cNvPr>
          <p:cNvSpPr txBox="1">
            <a:spLocks noGrp="1"/>
          </p:cNvSpPr>
          <p:nvPr>
            <p:ph type="body" idx="1"/>
          </p:nvPr>
        </p:nvSpPr>
        <p:spPr>
          <a:xfrm>
            <a:off x="311700" y="1024505"/>
            <a:ext cx="6300974" cy="3904334"/>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SzPts val="1400"/>
              <a:buFont typeface="+mj-lt"/>
              <a:buAutoNum type="arabicPeriod" startAt="4"/>
            </a:pPr>
            <a:r>
              <a:rPr lang="en-SG" sz="1200" dirty="0"/>
              <a:t>Get the database connection string and replace the placeholder in </a:t>
            </a:r>
            <a:r>
              <a:rPr lang="en-SG" sz="1200" dirty="0" err="1">
                <a:latin typeface="Open Sans" panose="020B0606030504020204" pitchFamily="34" charset="0"/>
                <a:ea typeface="Open Sans" panose="020B0606030504020204" pitchFamily="34" charset="0"/>
                <a:cs typeface="Open Sans" panose="020B0606030504020204" pitchFamily="34" charset="0"/>
              </a:rPr>
              <a:t>config.env</a:t>
            </a:r>
            <a:r>
              <a:rPr lang="en-SG" sz="1200" dirty="0">
                <a:latin typeface="Open Sans" panose="020B0606030504020204" pitchFamily="34" charset="0"/>
                <a:ea typeface="Open Sans" panose="020B0606030504020204" pitchFamily="34" charset="0"/>
                <a:cs typeface="Open Sans" panose="020B0606030504020204" pitchFamily="34" charset="0"/>
              </a:rPr>
              <a:t> </a:t>
            </a:r>
            <a:r>
              <a:rPr lang="en-SG" sz="1200" dirty="0"/>
              <a:t>with your database connection string, e.g., </a:t>
            </a:r>
            <a:r>
              <a:rPr lang="en-SG" sz="1000" dirty="0">
                <a:latin typeface="Open Sans" panose="020B0606030504020204" pitchFamily="34" charset="0"/>
                <a:ea typeface="Open Sans" panose="020B0606030504020204" pitchFamily="34" charset="0"/>
                <a:cs typeface="Open Sans" panose="020B0606030504020204" pitchFamily="34" charset="0"/>
              </a:rPr>
              <a:t>DB=</a:t>
            </a:r>
            <a:r>
              <a:rPr lang="en-SG" sz="1000" dirty="0" err="1">
                <a:latin typeface="Open Sans" panose="020B0606030504020204" pitchFamily="34" charset="0"/>
                <a:ea typeface="Open Sans" panose="020B0606030504020204" pitchFamily="34" charset="0"/>
                <a:cs typeface="Open Sans" panose="020B0606030504020204" pitchFamily="34" charset="0"/>
              </a:rPr>
              <a:t>mongodb+srv</a:t>
            </a:r>
            <a:r>
              <a:rPr lang="en-SG" sz="1000" dirty="0">
                <a:latin typeface="Open Sans" panose="020B0606030504020204" pitchFamily="34" charset="0"/>
                <a:ea typeface="Open Sans" panose="020B0606030504020204" pitchFamily="34" charset="0"/>
                <a:cs typeface="Open Sans" panose="020B0606030504020204" pitchFamily="34" charset="0"/>
              </a:rPr>
              <a:t>://blog_user:MWZVvGuwPZlgnBnS@cluster0.e0rsr0n.mongodb.net/is216wk0?retryWrites=</a:t>
            </a:r>
            <a:r>
              <a:rPr lang="en-SG" sz="1000" dirty="0" err="1">
                <a:latin typeface="Open Sans" panose="020B0606030504020204" pitchFamily="34" charset="0"/>
                <a:ea typeface="Open Sans" panose="020B0606030504020204" pitchFamily="34" charset="0"/>
                <a:cs typeface="Open Sans" panose="020B0606030504020204" pitchFamily="34" charset="0"/>
              </a:rPr>
              <a:t>true&amp;w</a:t>
            </a:r>
            <a:r>
              <a:rPr lang="en-SG" sz="1000" dirty="0">
                <a:latin typeface="Open Sans" panose="020B0606030504020204" pitchFamily="34" charset="0"/>
                <a:ea typeface="Open Sans" panose="020B0606030504020204" pitchFamily="34" charset="0"/>
                <a:cs typeface="Open Sans" panose="020B0606030504020204" pitchFamily="34" charset="0"/>
              </a:rPr>
              <a:t>=majority</a:t>
            </a:r>
          </a:p>
          <a:p>
            <a:pPr marL="596900" lvl="1" indent="0">
              <a:buNone/>
            </a:pPr>
            <a:endParaRPr lang="en-SG" sz="1000" dirty="0">
              <a:latin typeface="Open Sans" panose="020B0606030504020204" pitchFamily="34" charset="0"/>
              <a:ea typeface="Open Sans" panose="020B0606030504020204" pitchFamily="34" charset="0"/>
              <a:cs typeface="Open Sans" panose="020B0606030504020204" pitchFamily="34" charset="0"/>
            </a:endParaRPr>
          </a:p>
          <a:p>
            <a:pPr marL="596900" lvl="1" indent="0">
              <a:buNone/>
            </a:pPr>
            <a:endParaRPr lang="en-SG" sz="1000" dirty="0">
              <a:latin typeface="Open Sans" panose="020B0606030504020204" pitchFamily="34" charset="0"/>
              <a:ea typeface="Open Sans" panose="020B0606030504020204" pitchFamily="34" charset="0"/>
              <a:cs typeface="Open Sans" panose="020B0606030504020204" pitchFamily="34" charset="0"/>
            </a:endParaRPr>
          </a:p>
          <a:p>
            <a:pPr marL="596900" lvl="1" indent="0">
              <a:buNone/>
            </a:pPr>
            <a:endParaRPr lang="en-SG" sz="1000" dirty="0">
              <a:latin typeface="Open Sans" panose="020B0606030504020204" pitchFamily="34" charset="0"/>
              <a:ea typeface="Open Sans" panose="020B0606030504020204" pitchFamily="34" charset="0"/>
              <a:cs typeface="Open Sans" panose="020B0606030504020204" pitchFamily="34" charset="0"/>
            </a:endParaRPr>
          </a:p>
          <a:p>
            <a:pPr marL="596900" lvl="1" indent="0">
              <a:buNone/>
            </a:pPr>
            <a:endParaRPr lang="en-SG" sz="1000" dirty="0">
              <a:latin typeface="Open Sans" panose="020B0606030504020204" pitchFamily="34" charset="0"/>
              <a:ea typeface="Open Sans" panose="020B0606030504020204" pitchFamily="34" charset="0"/>
              <a:cs typeface="Open Sans" panose="020B0606030504020204" pitchFamily="34" charset="0"/>
            </a:endParaRPr>
          </a:p>
          <a:p>
            <a:pPr marL="457200" marR="0" lvl="0" indent="-317500" algn="l" rtl="0">
              <a:lnSpc>
                <a:spcPct val="115000"/>
              </a:lnSpc>
              <a:spcBef>
                <a:spcPts val="0"/>
              </a:spcBef>
              <a:spcAft>
                <a:spcPts val="0"/>
              </a:spcAft>
              <a:buSzPts val="1400"/>
              <a:buFont typeface="+mj-lt"/>
              <a:buAutoNum type="arabicPeriod" startAt="5"/>
            </a:pPr>
            <a:r>
              <a:rPr lang="en-SG" sz="1200" dirty="0"/>
              <a:t>In the terminal, run the following command to install the packages and launch the web application</a:t>
            </a:r>
          </a:p>
          <a:p>
            <a:pPr marL="114300" indent="0">
              <a:lnSpc>
                <a:spcPct val="105000"/>
              </a:lnSpc>
              <a:spcAft>
                <a:spcPts val="600"/>
              </a:spcAft>
              <a:buClr>
                <a:srgbClr val="000000"/>
              </a:buClr>
              <a:buNone/>
            </a:pPr>
            <a:r>
              <a:rPr lang="en-SG" sz="1200" dirty="0"/>
              <a:t>	</a:t>
            </a:r>
            <a:r>
              <a:rPr lang="en-US" sz="1200" dirty="0">
                <a:latin typeface="Open Sans" panose="020B0606030504020204" pitchFamily="34" charset="0"/>
                <a:ea typeface="Open Sans" panose="020B0606030504020204" pitchFamily="34" charset="0"/>
                <a:cs typeface="Open Sans" panose="020B0606030504020204" pitchFamily="34" charset="0"/>
              </a:rPr>
              <a:t>cd server/blog-with-</a:t>
            </a:r>
            <a:r>
              <a:rPr lang="en-US" sz="1200" dirty="0" err="1">
                <a:latin typeface="Open Sans" panose="020B0606030504020204" pitchFamily="34" charset="0"/>
                <a:ea typeface="Open Sans" panose="020B0606030504020204" pitchFamily="34" charset="0"/>
                <a:cs typeface="Open Sans" panose="020B0606030504020204" pitchFamily="34" charset="0"/>
              </a:rPr>
              <a:t>mongodb</a:t>
            </a:r>
            <a:endParaRPr lang="en-US" sz="1200" dirty="0">
              <a:latin typeface="Open Sans" panose="020B0606030504020204" pitchFamily="34" charset="0"/>
              <a:ea typeface="Open Sans" panose="020B0606030504020204" pitchFamily="34" charset="0"/>
              <a:cs typeface="Open Sans" panose="020B0606030504020204" pitchFamily="34" charset="0"/>
            </a:endParaRPr>
          </a:p>
          <a:p>
            <a:pPr marL="114300" indent="0">
              <a:lnSpc>
                <a:spcPct val="105000"/>
              </a:lnSpc>
              <a:spcAft>
                <a:spcPts val="600"/>
              </a:spcAft>
              <a:buClr>
                <a:srgbClr val="000000"/>
              </a:buClr>
              <a:buNone/>
            </a:pPr>
            <a:r>
              <a:rPr lang="en-US" sz="1200" dirty="0">
                <a:latin typeface="Open Sans" panose="020B0606030504020204" pitchFamily="34" charset="0"/>
                <a:ea typeface="Open Sans" panose="020B0606030504020204" pitchFamily="34" charset="0"/>
                <a:cs typeface="Open Sans" panose="020B0606030504020204" pitchFamily="34" charset="0"/>
              </a:rPr>
              <a:t>	</a:t>
            </a:r>
            <a:r>
              <a:rPr lang="en-US" sz="1200" dirty="0" err="1">
                <a:latin typeface="Open Sans" panose="020B0606030504020204" pitchFamily="34" charset="0"/>
                <a:ea typeface="Open Sans" panose="020B0606030504020204" pitchFamily="34" charset="0"/>
                <a:cs typeface="Open Sans" panose="020B0606030504020204" pitchFamily="34" charset="0"/>
              </a:rPr>
              <a:t>pnpm</a:t>
            </a:r>
            <a:r>
              <a:rPr lang="en-US" sz="1200" dirty="0">
                <a:latin typeface="Open Sans" panose="020B0606030504020204" pitchFamily="34" charset="0"/>
                <a:ea typeface="Open Sans" panose="020B0606030504020204" pitchFamily="34" charset="0"/>
                <a:cs typeface="Open Sans" panose="020B0606030504020204" pitchFamily="34" charset="0"/>
              </a:rPr>
              <a:t> dev</a:t>
            </a:r>
          </a:p>
          <a:p>
            <a:pPr marL="139700" indent="0">
              <a:buNone/>
            </a:pPr>
            <a:r>
              <a:rPr lang="en-SG" sz="1200" dirty="0"/>
              <a:t>	</a:t>
            </a:r>
            <a:endParaRPr lang="en-SG" sz="1000"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descr="A screen shot of a computer&#10;&#10;AI-generated content may be incorrect.">
            <a:extLst>
              <a:ext uri="{FF2B5EF4-FFF2-40B4-BE49-F238E27FC236}">
                <a16:creationId xmlns:a16="http://schemas.microsoft.com/office/drawing/2014/main" id="{91415323-ADA7-A583-0F24-7D9AF7BAE7DD}"/>
              </a:ext>
            </a:extLst>
          </p:cNvPr>
          <p:cNvPicPr>
            <a:picLocks noChangeAspect="1"/>
          </p:cNvPicPr>
          <p:nvPr/>
        </p:nvPicPr>
        <p:blipFill>
          <a:blip r:embed="rId3"/>
          <a:stretch>
            <a:fillRect/>
          </a:stretch>
        </p:blipFill>
        <p:spPr>
          <a:xfrm>
            <a:off x="3241963" y="1771231"/>
            <a:ext cx="5116945" cy="1422148"/>
          </a:xfrm>
          <a:prstGeom prst="rect">
            <a:avLst/>
          </a:prstGeom>
        </p:spPr>
      </p:pic>
      <p:pic>
        <p:nvPicPr>
          <p:cNvPr id="7" name="Picture 6" descr="A screenshot of a computer program&#10;&#10;AI-generated content may be incorrect.">
            <a:extLst>
              <a:ext uri="{FF2B5EF4-FFF2-40B4-BE49-F238E27FC236}">
                <a16:creationId xmlns:a16="http://schemas.microsoft.com/office/drawing/2014/main" id="{ABFFF01A-AB49-7506-7598-F2BF4F3149CE}"/>
              </a:ext>
            </a:extLst>
          </p:cNvPr>
          <p:cNvPicPr>
            <a:picLocks noChangeAspect="1"/>
          </p:cNvPicPr>
          <p:nvPr/>
        </p:nvPicPr>
        <p:blipFill>
          <a:blip r:embed="rId4"/>
          <a:stretch>
            <a:fillRect/>
          </a:stretch>
        </p:blipFill>
        <p:spPr>
          <a:xfrm>
            <a:off x="6568999" y="3205980"/>
            <a:ext cx="1771438" cy="1928284"/>
          </a:xfrm>
          <a:prstGeom prst="rect">
            <a:avLst/>
          </a:prstGeom>
        </p:spPr>
      </p:pic>
    </p:spTree>
    <p:extLst>
      <p:ext uri="{BB962C8B-B14F-4D97-AF65-F5344CB8AC3E}">
        <p14:creationId xmlns:p14="http://schemas.microsoft.com/office/powerpoint/2010/main" val="7314599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lvl="0"/>
            <a:r>
              <a:rPr lang="en" sz="3600"/>
              <a:t>Running example: A Blog Service (3)</a:t>
            </a:r>
            <a:endParaRPr sz="3600"/>
          </a:p>
        </p:txBody>
      </p:sp>
      <p:sp>
        <p:nvSpPr>
          <p:cNvPr id="178" name="Google Shape;178;p17"/>
          <p:cNvSpPr txBox="1">
            <a:spLocks noGrp="1"/>
          </p:cNvSpPr>
          <p:nvPr>
            <p:ph type="body" idx="1"/>
          </p:nvPr>
        </p:nvSpPr>
        <p:spPr>
          <a:xfrm>
            <a:off x="311700" y="1225225"/>
            <a:ext cx="5459926" cy="3354000"/>
          </a:xfrm>
          <a:prstGeom prst="rect">
            <a:avLst/>
          </a:prstGeom>
          <a:noFill/>
          <a:ln>
            <a:noFill/>
          </a:ln>
        </p:spPr>
        <p:txBody>
          <a:bodyPr spcFirstLastPara="1" wrap="square" lIns="91425" tIns="91425" rIns="91425" bIns="91425" anchor="t" anchorCtr="0">
            <a:noAutofit/>
          </a:bodyPr>
          <a:lstStyle/>
          <a:p>
            <a:pPr marL="139700" marR="0" lvl="0" indent="0" algn="l" rtl="0">
              <a:lnSpc>
                <a:spcPct val="115000"/>
              </a:lnSpc>
              <a:spcBef>
                <a:spcPts val="600"/>
              </a:spcBef>
              <a:spcAft>
                <a:spcPts val="0"/>
              </a:spcAft>
              <a:buSzPts val="1400"/>
              <a:buNone/>
            </a:pPr>
            <a:r>
              <a:rPr lang="en"/>
              <a:t>blog web application provides 5 API services</a:t>
            </a:r>
            <a:endParaRPr lang="en-SG"/>
          </a:p>
          <a:p>
            <a:pPr marL="139700" indent="0">
              <a:buNone/>
            </a:pPr>
            <a:r>
              <a:rPr lang="en-US" sz="1200"/>
              <a:t>	retrieve all posts: </a:t>
            </a:r>
            <a:r>
              <a:rPr lang="en-US" sz="1200">
                <a:latin typeface="Open Sans" panose="020B0606030504020204" pitchFamily="34" charset="0"/>
                <a:ea typeface="Open Sans" panose="020B0606030504020204" pitchFamily="34" charset="0"/>
                <a:cs typeface="Open Sans" panose="020B0606030504020204" pitchFamily="34" charset="0"/>
              </a:rPr>
              <a:t>GET /posts</a:t>
            </a:r>
          </a:p>
          <a:p>
            <a:pPr marL="139700" indent="0">
              <a:buNone/>
            </a:pPr>
            <a:r>
              <a:rPr lang="en-US" sz="1200"/>
              <a:t>	retrieve post with a given id: </a:t>
            </a:r>
            <a:r>
              <a:rPr lang="en-US" sz="1200">
                <a:latin typeface="Open Sans" panose="020B0606030504020204" pitchFamily="34" charset="0"/>
                <a:ea typeface="Open Sans" panose="020B0606030504020204" pitchFamily="34" charset="0"/>
                <a:cs typeface="Open Sans" panose="020B0606030504020204" pitchFamily="34" charset="0"/>
              </a:rPr>
              <a:t>GET /posts/:id</a:t>
            </a:r>
          </a:p>
          <a:p>
            <a:pPr marL="139700" indent="0">
              <a:buNone/>
            </a:pPr>
            <a:r>
              <a:rPr lang="en-US" sz="1200"/>
              <a:t>	create a new post: </a:t>
            </a:r>
            <a:r>
              <a:rPr lang="en-US" sz="1200">
                <a:latin typeface="Open Sans" panose="020B0606030504020204" pitchFamily="34" charset="0"/>
                <a:ea typeface="Open Sans" panose="020B0606030504020204" pitchFamily="34" charset="0"/>
                <a:cs typeface="Open Sans" panose="020B0606030504020204" pitchFamily="34" charset="0"/>
              </a:rPr>
              <a:t>POST /posts</a:t>
            </a:r>
          </a:p>
          <a:p>
            <a:pPr marL="139700" indent="0">
              <a:buNone/>
            </a:pPr>
            <a:r>
              <a:rPr lang="en-US" sz="1200"/>
              <a:t>	update an existing post with a given id: </a:t>
            </a:r>
            <a:r>
              <a:rPr lang="en-US" sz="1200">
                <a:latin typeface="Open Sans" panose="020B0606030504020204" pitchFamily="34" charset="0"/>
                <a:ea typeface="Open Sans" panose="020B0606030504020204" pitchFamily="34" charset="0"/>
                <a:cs typeface="Open Sans" panose="020B0606030504020204" pitchFamily="34" charset="0"/>
              </a:rPr>
              <a:t>PUT /posts/:id</a:t>
            </a:r>
          </a:p>
          <a:p>
            <a:pPr marL="139700" indent="0">
              <a:buNone/>
            </a:pPr>
            <a:r>
              <a:rPr lang="en-US" sz="1200"/>
              <a:t>	delete an existing post with a given id: </a:t>
            </a:r>
            <a:r>
              <a:rPr lang="en-US" sz="1200">
                <a:latin typeface="Open Sans" panose="020B0606030504020204" pitchFamily="34" charset="0"/>
                <a:ea typeface="Open Sans" panose="020B0606030504020204" pitchFamily="34" charset="0"/>
                <a:cs typeface="Open Sans" panose="020B0606030504020204" pitchFamily="34" charset="0"/>
              </a:rPr>
              <a:t>DELETE /posts/:id</a:t>
            </a:r>
            <a:endParaRPr lang="en" sz="1200">
              <a:latin typeface="Open Sans" panose="020B0606030504020204" pitchFamily="34" charset="0"/>
              <a:ea typeface="Open Sans" panose="020B0606030504020204" pitchFamily="34" charset="0"/>
              <a:cs typeface="Open Sans" panose="020B0606030504020204" pitchFamily="34" charset="0"/>
            </a:endParaRPr>
          </a:p>
          <a:p>
            <a:pPr marL="596900" lvl="1" indent="0">
              <a:spcBef>
                <a:spcPts val="0"/>
              </a:spcBef>
              <a:buNone/>
            </a:pPr>
            <a:endParaRPr lang="en-SG"/>
          </a:p>
          <a:p>
            <a:pPr marL="139700" marR="0" lvl="0" indent="0" algn="l" rtl="0">
              <a:lnSpc>
                <a:spcPct val="115000"/>
              </a:lnSpc>
              <a:spcBef>
                <a:spcPts val="600"/>
              </a:spcBef>
              <a:spcAft>
                <a:spcPts val="0"/>
              </a:spcAft>
              <a:buSzPts val="1400"/>
              <a:buNone/>
            </a:pPr>
            <a:endParaRPr lang="en"/>
          </a:p>
          <a:p>
            <a:pPr marL="139700" marR="0" lvl="0" indent="0" algn="l" rtl="0">
              <a:lnSpc>
                <a:spcPct val="115000"/>
              </a:lnSpc>
              <a:spcBef>
                <a:spcPts val="600"/>
              </a:spcBef>
              <a:spcAft>
                <a:spcPts val="0"/>
              </a:spcAft>
              <a:buSzPts val="1400"/>
              <a:buNone/>
            </a:pPr>
            <a:r>
              <a:rPr lang="en"/>
              <a:t>We can send Asynchronous Requests to this blog application via Vue and Axios.</a:t>
            </a:r>
          </a:p>
          <a:p>
            <a:pPr marL="139700" marR="0" lvl="0" indent="0" algn="l" rtl="0">
              <a:lnSpc>
                <a:spcPct val="115000"/>
              </a:lnSpc>
              <a:spcBef>
                <a:spcPts val="600"/>
              </a:spcBef>
              <a:spcAft>
                <a:spcPts val="0"/>
              </a:spcAft>
              <a:buSzPts val="1400"/>
              <a:buNone/>
            </a:pPr>
            <a:endParaRPr lang="en"/>
          </a:p>
          <a:p>
            <a:pPr marL="0" lvl="0" indent="0">
              <a:buNone/>
            </a:pPr>
            <a:r>
              <a:rPr lang="en-US" b="1"/>
              <a:t>Test Case: </a:t>
            </a:r>
            <a:r>
              <a:rPr lang="en-US" u="sng">
                <a:solidFill>
                  <a:schemeClr val="hlink"/>
                </a:solidFill>
                <a:hlinkClick r:id="rId3"/>
              </a:rPr>
              <a:t>http://localhost:8080/posts</a:t>
            </a:r>
            <a:endParaRPr lang="en" u="sng">
              <a:solidFill>
                <a:schemeClr val="hlink"/>
              </a:solidFill>
            </a:endParaRPr>
          </a:p>
          <a:p>
            <a:pPr marL="0" lvl="0" indent="0">
              <a:buNone/>
            </a:pPr>
            <a:r>
              <a:rPr lang="en">
                <a:solidFill>
                  <a:schemeClr val="tx1"/>
                </a:solidFill>
              </a:rPr>
              <a:t>Run this URL in your browser and check that some JSON data is received</a:t>
            </a:r>
            <a:endParaRPr>
              <a:solidFill>
                <a:schemeClr val="tx1"/>
              </a:solidFill>
            </a:endParaRPr>
          </a:p>
        </p:txBody>
      </p:sp>
      <p:sp>
        <p:nvSpPr>
          <p:cNvPr id="179" name="Google Shape;179;p17"/>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r>
              <a:rPr lang="en" i="1"/>
              <a:t>Example13.vue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5</a:t>
            </a:r>
            <a:endParaRPr/>
          </a:p>
        </p:txBody>
      </p:sp>
      <p:sp>
        <p:nvSpPr>
          <p:cNvPr id="192" name="Google Shape;192;p19"/>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600"/>
              </a:spcBef>
              <a:spcAft>
                <a:spcPts val="0"/>
              </a:spcAft>
              <a:buSzPts val="1400"/>
              <a:buNone/>
            </a:pPr>
            <a:r>
              <a:rPr lang="en"/>
              <a:t>Setup the server as instructed “Running example: A Blog Service” slides </a:t>
            </a:r>
            <a:endParaRPr/>
          </a:p>
          <a:p>
            <a:pPr marL="0" marR="0" lvl="0" indent="0" algn="l" rtl="0">
              <a:lnSpc>
                <a:spcPct val="115000"/>
              </a:lnSpc>
              <a:spcBef>
                <a:spcPts val="600"/>
              </a:spcBef>
              <a:spcAft>
                <a:spcPts val="0"/>
              </a:spcAft>
              <a:buSzPts val="1400"/>
              <a:buNone/>
            </a:pPr>
            <a:endParaRPr/>
          </a:p>
          <a:p>
            <a:pPr marL="0" indent="0">
              <a:spcBef>
                <a:spcPts val="600"/>
              </a:spcBef>
              <a:buNone/>
            </a:pPr>
            <a:r>
              <a:rPr lang="en"/>
              <a:t>Complete the TODO in Ex5.vue so that it uses the </a:t>
            </a:r>
            <a:r>
              <a:rPr lang="en">
                <a:latin typeface="Open Sans"/>
                <a:ea typeface="Open Sans"/>
                <a:cs typeface="Open Sans"/>
              </a:rPr>
              <a:t>POST</a:t>
            </a:r>
            <a:r>
              <a:rPr lang="en"/>
              <a:t> API (</a:t>
            </a:r>
            <a:r>
              <a:rPr lang="en-SG"/>
              <a:t>http://localhost:8000/posts)</a:t>
            </a:r>
            <a:r>
              <a:rPr lang="en"/>
              <a:t> provided by the Blog Service (running example) to add a new blog post. </a:t>
            </a:r>
            <a:endParaRPr sz="2200">
              <a:latin typeface="Arial"/>
              <a:ea typeface="Arial"/>
              <a:cs typeface="Arial"/>
              <a:sym typeface="Arial"/>
            </a:endParaRPr>
          </a:p>
          <a:p>
            <a:pPr marL="0" lvl="0" indent="0" algn="l" rtl="0">
              <a:lnSpc>
                <a:spcPct val="115000"/>
              </a:lnSpc>
              <a:spcBef>
                <a:spcPts val="600"/>
              </a:spcBef>
              <a:spcAft>
                <a:spcPts val="1600"/>
              </a:spcAft>
              <a:buSzPts val="1400"/>
              <a:buNone/>
            </a:pPr>
            <a:endParaRPr/>
          </a:p>
        </p:txBody>
      </p:sp>
      <p:pic>
        <p:nvPicPr>
          <p:cNvPr id="4" name="Picture 3">
            <a:extLst>
              <a:ext uri="{FF2B5EF4-FFF2-40B4-BE49-F238E27FC236}">
                <a16:creationId xmlns:a16="http://schemas.microsoft.com/office/drawing/2014/main" id="{59237CCB-F1BB-5668-315C-0108F194245A}"/>
              </a:ext>
            </a:extLst>
          </p:cNvPr>
          <p:cNvPicPr>
            <a:picLocks noChangeAspect="1"/>
          </p:cNvPicPr>
          <p:nvPr/>
        </p:nvPicPr>
        <p:blipFill>
          <a:blip r:embed="rId3"/>
          <a:stretch>
            <a:fillRect/>
          </a:stretch>
        </p:blipFill>
        <p:spPr>
          <a:xfrm>
            <a:off x="4703573" y="1455529"/>
            <a:ext cx="3787284" cy="2232441"/>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C5355A07-0CC6-8ED9-383E-FD6643725C5C}"/>
            </a:ext>
          </a:extLst>
        </p:cNvPr>
        <p:cNvGrpSpPr/>
        <p:nvPr/>
      </p:nvGrpSpPr>
      <p:grpSpPr>
        <a:xfrm>
          <a:off x="0" y="0"/>
          <a:ext cx="0" cy="0"/>
          <a:chOff x="0" y="0"/>
          <a:chExt cx="0" cy="0"/>
        </a:xfrm>
      </p:grpSpPr>
      <p:sp>
        <p:nvSpPr>
          <p:cNvPr id="163" name="Google Shape;163;p15">
            <a:extLst>
              <a:ext uri="{FF2B5EF4-FFF2-40B4-BE49-F238E27FC236}">
                <a16:creationId xmlns:a16="http://schemas.microsoft.com/office/drawing/2014/main" id="{7655BB49-89B9-15CC-DACD-B1131DC1A5E3}"/>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r>
              <a:rPr lang="en" dirty="0"/>
              <a:t>Optional Utility Tool: Postman </a:t>
            </a:r>
            <a:endParaRPr dirty="0"/>
          </a:p>
        </p:txBody>
      </p:sp>
      <p:sp>
        <p:nvSpPr>
          <p:cNvPr id="164" name="Google Shape;164;p15">
            <a:extLst>
              <a:ext uri="{FF2B5EF4-FFF2-40B4-BE49-F238E27FC236}">
                <a16:creationId xmlns:a16="http://schemas.microsoft.com/office/drawing/2014/main" id="{EC1E0240-1C9D-B7D7-6EDD-4C2ED9067DA8}"/>
              </a:ext>
            </a:extLst>
          </p:cNvPr>
          <p:cNvSpPr txBox="1">
            <a:spLocks noGrp="1"/>
          </p:cNvSpPr>
          <p:nvPr>
            <p:ph type="body" idx="1"/>
          </p:nvPr>
        </p:nvSpPr>
        <p:spPr>
          <a:xfrm>
            <a:off x="311700" y="1225225"/>
            <a:ext cx="4400000" cy="2114323"/>
          </a:xfrm>
          <a:prstGeom prst="rect">
            <a:avLst/>
          </a:prstGeom>
          <a:noFill/>
          <a:ln>
            <a:noFill/>
          </a:ln>
        </p:spPr>
        <p:txBody>
          <a:bodyPr spcFirstLastPara="1" wrap="square" lIns="91425" tIns="91425" rIns="91425" bIns="91425" anchor="t" anchorCtr="0">
            <a:noAutofit/>
          </a:bodyPr>
          <a:lstStyle/>
          <a:p>
            <a:pPr marL="139700" indent="0">
              <a:buNone/>
            </a:pPr>
            <a:r>
              <a:rPr lang="en-SG" b="1" dirty="0">
                <a:hlinkClick r:id="rId3"/>
              </a:rPr>
              <a:t>Postman</a:t>
            </a:r>
            <a:r>
              <a:rPr lang="en-SG" dirty="0"/>
              <a:t> is a tool for </a:t>
            </a:r>
            <a:r>
              <a:rPr lang="en-SG" b="1" dirty="0"/>
              <a:t>testing and debugging (REST</a:t>
            </a:r>
            <a:r>
              <a:rPr lang="en-SG" b="1"/>
              <a:t>) APIs.</a:t>
            </a:r>
            <a:endParaRPr lang="en-SG" dirty="0"/>
          </a:p>
          <a:p>
            <a:pPr marL="139700" indent="0">
              <a:buNone/>
            </a:pPr>
            <a:r>
              <a:rPr lang="en-SG" dirty="0"/>
              <a:t>It lets you send HTTP requests (e.g., </a:t>
            </a:r>
            <a:r>
              <a:rPr lang="en-SG" b="1" dirty="0"/>
              <a:t>GET, POST, PUT, DELETE</a:t>
            </a:r>
            <a:r>
              <a:rPr lang="en-SG" dirty="0"/>
              <a:t>) and inspect:</a:t>
            </a:r>
          </a:p>
          <a:p>
            <a:pPr marL="609600" lvl="1" indent="0">
              <a:spcBef>
                <a:spcPts val="0"/>
              </a:spcBef>
              <a:buNone/>
            </a:pPr>
            <a:r>
              <a:rPr lang="en-SG" dirty="0"/>
              <a:t>response </a:t>
            </a:r>
            <a:r>
              <a:rPr lang="en-SG" b="1" dirty="0"/>
              <a:t>status code</a:t>
            </a:r>
            <a:r>
              <a:rPr lang="en-SG" dirty="0"/>
              <a:t> (200, 404, 500…)</a:t>
            </a:r>
          </a:p>
          <a:p>
            <a:pPr marL="609600" lvl="1" indent="0">
              <a:spcBef>
                <a:spcPts val="0"/>
              </a:spcBef>
              <a:buNone/>
            </a:pPr>
            <a:r>
              <a:rPr lang="en-SG" dirty="0"/>
              <a:t>response </a:t>
            </a:r>
            <a:r>
              <a:rPr lang="en-SG" b="1" dirty="0"/>
              <a:t>body</a:t>
            </a:r>
            <a:r>
              <a:rPr lang="en-SG" dirty="0"/>
              <a:t> (JSON)</a:t>
            </a:r>
          </a:p>
          <a:p>
            <a:pPr marL="609600" lvl="1" indent="0">
              <a:spcBef>
                <a:spcPts val="0"/>
              </a:spcBef>
              <a:buNone/>
            </a:pPr>
            <a:r>
              <a:rPr lang="en-SG" dirty="0"/>
              <a:t>response </a:t>
            </a:r>
            <a:r>
              <a:rPr lang="en-SG" b="1" dirty="0"/>
              <a:t>headers</a:t>
            </a:r>
            <a:endParaRPr lang="en-SG" dirty="0"/>
          </a:p>
          <a:p>
            <a:pPr marL="609600" lvl="1" indent="0">
              <a:spcBef>
                <a:spcPts val="0"/>
              </a:spcBef>
              <a:buNone/>
            </a:pPr>
            <a:r>
              <a:rPr lang="en-SG" dirty="0"/>
              <a:t>request </a:t>
            </a:r>
            <a:r>
              <a:rPr lang="en-SG" b="1" dirty="0"/>
              <a:t>time/latency</a:t>
            </a:r>
          </a:p>
          <a:p>
            <a:pPr marL="152400" indent="0">
              <a:buNone/>
            </a:pPr>
            <a:endParaRPr lang="en-SG" b="1" dirty="0"/>
          </a:p>
        </p:txBody>
      </p:sp>
      <p:pic>
        <p:nvPicPr>
          <p:cNvPr id="6" name="Picture 5" descr="A screenshot of a computer code&#10;&#10;AI-generated content may be incorrect.">
            <a:extLst>
              <a:ext uri="{FF2B5EF4-FFF2-40B4-BE49-F238E27FC236}">
                <a16:creationId xmlns:a16="http://schemas.microsoft.com/office/drawing/2014/main" id="{ADDEA84F-D19F-A3B7-EB74-9FAC577D4691}"/>
              </a:ext>
            </a:extLst>
          </p:cNvPr>
          <p:cNvPicPr>
            <a:picLocks noChangeAspect="1"/>
          </p:cNvPicPr>
          <p:nvPr/>
        </p:nvPicPr>
        <p:blipFill>
          <a:blip r:embed="rId4"/>
          <a:stretch>
            <a:fillRect/>
          </a:stretch>
        </p:blipFill>
        <p:spPr>
          <a:xfrm>
            <a:off x="7503202" y="2571750"/>
            <a:ext cx="1543291" cy="2440644"/>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B33396FB-BB42-F62B-9364-9E9C29FF44B6}"/>
              </a:ext>
            </a:extLst>
          </p:cNvPr>
          <p:cNvPicPr>
            <a:picLocks noChangeAspect="1"/>
          </p:cNvPicPr>
          <p:nvPr/>
        </p:nvPicPr>
        <p:blipFill>
          <a:blip r:embed="rId5"/>
          <a:stretch>
            <a:fillRect/>
          </a:stretch>
        </p:blipFill>
        <p:spPr>
          <a:xfrm>
            <a:off x="3122202" y="3174502"/>
            <a:ext cx="4381000" cy="1800591"/>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F279C2D3-F2F8-FDAA-1DED-B9FA7000AB04}"/>
              </a:ext>
            </a:extLst>
          </p:cNvPr>
          <p:cNvPicPr>
            <a:picLocks noChangeAspect="1"/>
          </p:cNvPicPr>
          <p:nvPr/>
        </p:nvPicPr>
        <p:blipFill>
          <a:blip r:embed="rId6"/>
          <a:stretch>
            <a:fillRect/>
          </a:stretch>
        </p:blipFill>
        <p:spPr>
          <a:xfrm>
            <a:off x="4798097" y="1067712"/>
            <a:ext cx="1920756" cy="1945381"/>
          </a:xfrm>
          <a:prstGeom prst="rect">
            <a:avLst/>
          </a:prstGeom>
        </p:spPr>
      </p:pic>
      <p:sp>
        <p:nvSpPr>
          <p:cNvPr id="11" name="TextBox 10">
            <a:extLst>
              <a:ext uri="{FF2B5EF4-FFF2-40B4-BE49-F238E27FC236}">
                <a16:creationId xmlns:a16="http://schemas.microsoft.com/office/drawing/2014/main" id="{57B9FDFC-0447-5510-B5ED-CBE37B7A175F}"/>
              </a:ext>
            </a:extLst>
          </p:cNvPr>
          <p:cNvSpPr txBox="1"/>
          <p:nvPr/>
        </p:nvSpPr>
        <p:spPr>
          <a:xfrm>
            <a:off x="225303" y="3411956"/>
            <a:ext cx="2896900" cy="1384995"/>
          </a:xfrm>
          <a:prstGeom prst="rect">
            <a:avLst/>
          </a:prstGeom>
          <a:noFill/>
        </p:spPr>
        <p:txBody>
          <a:bodyPr wrap="square" rtlCol="0">
            <a:spAutoFit/>
          </a:bodyPr>
          <a:lstStyle/>
          <a:p>
            <a:pPr marL="139700" indent="0">
              <a:buNone/>
            </a:pPr>
            <a:r>
              <a:rPr lang="en-SG" dirty="0"/>
              <a:t>You can use Postman for:</a:t>
            </a:r>
          </a:p>
          <a:p>
            <a:pPr marL="425450" indent="-285750">
              <a:buFont typeface="Arial" panose="020B0604020202020204" pitchFamily="34" charset="0"/>
              <a:buChar char="•"/>
            </a:pPr>
            <a:r>
              <a:rPr lang="en-SG" dirty="0"/>
              <a:t>Testing endpoints w/o building a UI first </a:t>
            </a:r>
          </a:p>
          <a:p>
            <a:pPr marL="425450" indent="-285750">
              <a:buFont typeface="Arial" panose="020B0604020202020204" pitchFamily="34" charset="0"/>
              <a:buChar char="•"/>
            </a:pPr>
            <a:r>
              <a:rPr lang="en-SG" dirty="0"/>
              <a:t>Quickly verify API </a:t>
            </a:r>
            <a:r>
              <a:rPr lang="en-SG" dirty="0" err="1"/>
              <a:t>behavior</a:t>
            </a:r>
            <a:r>
              <a:rPr lang="en-SG" dirty="0"/>
              <a:t>: </a:t>
            </a:r>
            <a:r>
              <a:rPr lang="en-SG" b="1" dirty="0"/>
              <a:t>CRUD</a:t>
            </a:r>
            <a:r>
              <a:rPr lang="en-SG" dirty="0"/>
              <a:t>, JSON data, validation, errors</a:t>
            </a:r>
          </a:p>
        </p:txBody>
      </p:sp>
    </p:spTree>
    <p:extLst>
      <p:ext uri="{BB962C8B-B14F-4D97-AF65-F5344CB8AC3E}">
        <p14:creationId xmlns:p14="http://schemas.microsoft.com/office/powerpoint/2010/main" val="19585022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Take Away Message</a:t>
            </a:r>
            <a:endParaRPr/>
          </a:p>
        </p:txBody>
      </p:sp>
      <p:sp>
        <p:nvSpPr>
          <p:cNvPr id="240" name="Google Shape;240;p26"/>
          <p:cNvSpPr txBox="1">
            <a:spLocks noGrp="1"/>
          </p:cNvSpPr>
          <p:nvPr>
            <p:ph type="body" idx="1"/>
          </p:nvPr>
        </p:nvSpPr>
        <p:spPr>
          <a:xfrm>
            <a:off x="311701" y="1225225"/>
            <a:ext cx="41841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sz="1400"/>
              <a:t>Use “computed” whenever possible.</a:t>
            </a:r>
            <a:endParaRPr sz="1400"/>
          </a:p>
          <a:p>
            <a:pPr marL="0" lvl="0" indent="0" algn="l" rtl="0">
              <a:lnSpc>
                <a:spcPct val="115000"/>
              </a:lnSpc>
              <a:spcBef>
                <a:spcPts val="1600"/>
              </a:spcBef>
              <a:spcAft>
                <a:spcPts val="0"/>
              </a:spcAft>
              <a:buSzPts val="1800"/>
              <a:buNone/>
            </a:pPr>
            <a:r>
              <a:rPr lang="en" sz="1400"/>
              <a:t>Take note of all inputs are stored with v-model.</a:t>
            </a:r>
            <a:endParaRPr sz="1400"/>
          </a:p>
          <a:p>
            <a:pPr marL="0" lvl="0" indent="0" algn="l" rtl="0">
              <a:lnSpc>
                <a:spcPct val="115000"/>
              </a:lnSpc>
              <a:spcBef>
                <a:spcPts val="1600"/>
              </a:spcBef>
              <a:spcAft>
                <a:spcPts val="0"/>
              </a:spcAft>
              <a:buSzPts val="1800"/>
              <a:buNone/>
            </a:pPr>
            <a:r>
              <a:rPr lang="en" sz="1400"/>
              <a:t>Use v-for to render structured data. </a:t>
            </a:r>
            <a:endParaRPr sz="1400"/>
          </a:p>
          <a:p>
            <a:pPr marL="0" lvl="0" indent="0" algn="l" rtl="0">
              <a:lnSpc>
                <a:spcPct val="115000"/>
              </a:lnSpc>
              <a:spcBef>
                <a:spcPts val="1600"/>
              </a:spcBef>
              <a:spcAft>
                <a:spcPts val="1600"/>
              </a:spcAft>
              <a:buSzPts val="1800"/>
              <a:buNone/>
            </a:pPr>
            <a:endParaRPr sz="1400"/>
          </a:p>
        </p:txBody>
      </p:sp>
      <p:sp>
        <p:nvSpPr>
          <p:cNvPr id="2" name="Google Shape;385;p49">
            <a:extLst>
              <a:ext uri="{FF2B5EF4-FFF2-40B4-BE49-F238E27FC236}">
                <a16:creationId xmlns:a16="http://schemas.microsoft.com/office/drawing/2014/main" id="{CDF0F004-2D41-928C-0A4F-7749AFDD4D20}"/>
              </a:ext>
            </a:extLst>
          </p:cNvPr>
          <p:cNvSpPr txBox="1">
            <a:spLocks noGrp="1"/>
          </p:cNvSpPr>
          <p:nvPr/>
        </p:nvSpPr>
        <p:spPr>
          <a:xfrm>
            <a:off x="4572000" y="1225225"/>
            <a:ext cx="4260300" cy="3354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pPr marL="0" lvl="0" indent="0" algn="l" rtl="0">
              <a:lnSpc>
                <a:spcPct val="115000"/>
              </a:lnSpc>
              <a:spcBef>
                <a:spcPts val="0"/>
              </a:spcBef>
              <a:spcAft>
                <a:spcPts val="0"/>
              </a:spcAft>
              <a:buSzPts val="1800"/>
              <a:buNone/>
            </a:pPr>
            <a:r>
              <a:rPr lang="en" sz="1400"/>
              <a:t>JSON - a structured text for server-client communication</a:t>
            </a:r>
            <a:endParaRPr sz="1400"/>
          </a:p>
          <a:p>
            <a:pPr marL="0" lvl="0" indent="0" algn="l" rtl="0">
              <a:lnSpc>
                <a:spcPct val="115000"/>
              </a:lnSpc>
              <a:spcBef>
                <a:spcPts val="1600"/>
              </a:spcBef>
              <a:spcAft>
                <a:spcPts val="0"/>
              </a:spcAft>
              <a:buSzPts val="1800"/>
              <a:buNone/>
            </a:pPr>
            <a:r>
              <a:rPr lang="en" sz="1400" err="1"/>
              <a:t>Axios</a:t>
            </a:r>
            <a:r>
              <a:rPr lang="en" sz="1400"/>
              <a:t> – send asynchronous HTTP GET/POST requests</a:t>
            </a:r>
          </a:p>
          <a:p>
            <a:pPr marL="457200" lvl="1" indent="0">
              <a:buSzPts val="1800"/>
              <a:buNone/>
            </a:pPr>
            <a:endParaRPr lang="en"/>
          </a:p>
          <a:p>
            <a:pPr marL="0" lvl="0" indent="0" algn="l" rtl="0">
              <a:lnSpc>
                <a:spcPct val="115000"/>
              </a:lnSpc>
              <a:spcBef>
                <a:spcPts val="1600"/>
              </a:spcBef>
              <a:spcAft>
                <a:spcPts val="1600"/>
              </a:spcAft>
              <a:buSzPts val="1800"/>
              <a:buNone/>
            </a:pPr>
            <a:endParaRPr sz="1400"/>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6951d41b-6b8e-4636-984f-012bff14ba18}" enabled="1" method="Privileged" siteId="{c98a79ca-5a9a-4791-a243-f06afd67464d}" contentBits="1" removed="0"/>
</clbl:labelList>
</file>

<file path=docProps/app.xml><?xml version="1.0" encoding="utf-8"?>
<Properties xmlns="http://schemas.openxmlformats.org/officeDocument/2006/extended-properties" xmlns:vt="http://schemas.openxmlformats.org/officeDocument/2006/docPropsVTypes">
  <TotalTime>26</TotalTime>
  <Words>4940</Words>
  <Application>Microsoft Macintosh PowerPoint</Application>
  <PresentationFormat>On-screen Show (16:9)</PresentationFormat>
  <Paragraphs>698</Paragraphs>
  <Slides>50</Slides>
  <Notes>50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Consolas</vt:lpstr>
      <vt:lpstr>Open Sans</vt:lpstr>
      <vt:lpstr>Luxe</vt:lpstr>
      <vt:lpstr>Web Application Development II</vt:lpstr>
      <vt:lpstr>Agenda</vt:lpstr>
      <vt:lpstr>Using Bootstrap with Vue 3</vt:lpstr>
      <vt:lpstr>Event Handling (1)</vt:lpstr>
      <vt:lpstr>Event Handling (2)</vt:lpstr>
      <vt:lpstr>Events</vt:lpstr>
      <vt:lpstr>Exercise 1: Event Handling</vt:lpstr>
      <vt:lpstr>Lifecycle Hooks</vt:lpstr>
      <vt:lpstr>Using JavaScript Expressions (1)</vt:lpstr>
      <vt:lpstr>Using JavaScript Expressions (2)</vt:lpstr>
      <vt:lpstr>Exercise 2: JavaScript Expressions</vt:lpstr>
      <vt:lpstr>Exercise 2: JavaScript Expressions</vt:lpstr>
      <vt:lpstr>Exercise 2: JavaScript Expressions</vt:lpstr>
      <vt:lpstr>Computed Property</vt:lpstr>
      <vt:lpstr>Computed vs Methods</vt:lpstr>
      <vt:lpstr>Form Input Binding: checkbox</vt:lpstr>
      <vt:lpstr>Form Input Binding: radio</vt:lpstr>
      <vt:lpstr>Form Input Binding: select</vt:lpstr>
      <vt:lpstr>Binding to Dynamic Values</vt:lpstr>
      <vt:lpstr>Binding to Computed Property</vt:lpstr>
      <vt:lpstr>v-model Modifiers</vt:lpstr>
      <vt:lpstr>v-model vs v-bind</vt:lpstr>
      <vt:lpstr>Exercise 3</vt:lpstr>
      <vt:lpstr>List Rendering with v-for (1)</vt:lpstr>
      <vt:lpstr>List Rendering with v-for (2)</vt:lpstr>
      <vt:lpstr>List Rendering with v-for (3)</vt:lpstr>
      <vt:lpstr>List Rendering with v-for (4)</vt:lpstr>
      <vt:lpstr>List Rendering with v-for (5)</vt:lpstr>
      <vt:lpstr>Rendering a Table</vt:lpstr>
      <vt:lpstr>Exercise 4</vt:lpstr>
      <vt:lpstr>Understanding Callbacks, Promises, and Async/Await (Recap from IS113)</vt:lpstr>
      <vt:lpstr>Asynchronous Requests (1)</vt:lpstr>
      <vt:lpstr>Asynchronous Requests (2)</vt:lpstr>
      <vt:lpstr>Axios</vt:lpstr>
      <vt:lpstr>(non-examinable) then() and catch() </vt:lpstr>
      <vt:lpstr>(non-examinable) .then .catch</vt:lpstr>
      <vt:lpstr>async/await</vt:lpstr>
      <vt:lpstr>Axios: GET method</vt:lpstr>
      <vt:lpstr>Axios: POST method</vt:lpstr>
      <vt:lpstr>Axios: PUT method</vt:lpstr>
      <vt:lpstr>Axios: DELETE method</vt:lpstr>
      <vt:lpstr>Axios: Request Headers</vt:lpstr>
      <vt:lpstr>Running example: A Blog Service (1)</vt:lpstr>
      <vt:lpstr>Running example: A Blog Service (2)</vt:lpstr>
      <vt:lpstr>Alternative: A Blog Service with MongoDB (1)</vt:lpstr>
      <vt:lpstr>Alternative: A Blog Service with MongoDB (2)</vt:lpstr>
      <vt:lpstr>Running example: A Blog Service (3)</vt:lpstr>
      <vt:lpstr>Exercise 5</vt:lpstr>
      <vt:lpstr>Optional Utility Tool: Postman </vt:lpstr>
      <vt:lpstr>Take Away Message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Development II</dc:title>
  <cp:lastModifiedBy>SHAR Lwin Khin</cp:lastModifiedBy>
  <cp:revision>1</cp:revision>
  <dcterms:modified xsi:type="dcterms:W3CDTF">2026-08-13T07:04:08Z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951d41b-6b8e-4636-984f-012bff14ba18_Enabled">
    <vt:lpwstr>true</vt:lpwstr>
  </property>
  <property fmtid="{D5CDD505-2E9C-101B-9397-08002B2CF9AE}" pid="3" name="MSIP_Label_6951d41b-6b8e-4636-984f-012bff14ba18_SetDate">
    <vt:lpwstr>2022-07-17T03:54:31Z</vt:lpwstr>
  </property>
  <property fmtid="{D5CDD505-2E9C-101B-9397-08002B2CF9AE}" pid="4" name="MSIP_Label_6951d41b-6b8e-4636-984f-012bff14ba18_Method">
    <vt:lpwstr>Privileged</vt:lpwstr>
  </property>
  <property fmtid="{D5CDD505-2E9C-101B-9397-08002B2CF9AE}" pid="5" name="MSIP_Label_6951d41b-6b8e-4636-984f-012bff14ba18_Name">
    <vt:lpwstr>6951d41b-6b8e-4636-984f-012bff14ba18</vt:lpwstr>
  </property>
  <property fmtid="{D5CDD505-2E9C-101B-9397-08002B2CF9AE}" pid="6" name="MSIP_Label_6951d41b-6b8e-4636-984f-012bff14ba18_SiteId">
    <vt:lpwstr>c98a79ca-5a9a-4791-a243-f06afd67464d</vt:lpwstr>
  </property>
  <property fmtid="{D5CDD505-2E9C-101B-9397-08002B2CF9AE}" pid="7" name="MSIP_Label_6951d41b-6b8e-4636-984f-012bff14ba18_ActionId">
    <vt:lpwstr>62a6d13e-8457-459f-9f8a-3c273e16bf7c</vt:lpwstr>
  </property>
  <property fmtid="{D5CDD505-2E9C-101B-9397-08002B2CF9AE}" pid="8" name="MSIP_Label_6951d41b-6b8e-4636-984f-012bff14ba18_ContentBits">
    <vt:lpwstr>1</vt:lpwstr>
  </property>
  <property fmtid="{D5CDD505-2E9C-101B-9397-08002B2CF9AE}" pid="9" name="ClassificationContentMarkingHeaderLocations">
    <vt:lpwstr>Luxe:3</vt:lpwstr>
  </property>
  <property fmtid="{D5CDD505-2E9C-101B-9397-08002B2CF9AE}" pid="10" name="ClassificationContentMarkingHeaderText">
    <vt:lpwstr>SMU Classification: Restricted</vt:lpwstr>
  </property>
</Properties>
</file>